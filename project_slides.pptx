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3" r:id="rId9"/>
    <p:sldId id="274" r:id="rId10"/>
    <p:sldId id="261" r:id="rId11"/>
    <p:sldId id="263" r:id="rId12"/>
    <p:sldId id="264" r:id="rId13"/>
    <p:sldId id="265" r:id="rId14"/>
    <p:sldId id="266" r:id="rId15"/>
    <p:sldId id="267" r:id="rId16"/>
    <p:sldId id="262" r:id="rId17"/>
    <p:sldId id="277" r:id="rId18"/>
    <p:sldId id="276" r:id="rId19"/>
    <p:sldId id="275" r:id="rId20"/>
    <p:sldId id="270" r:id="rId21"/>
    <p:sldId id="271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ra\AppData\Roaming\Microsoft\Excel\Project%205%20Results%20(version%203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ra\AppData\Roaming\Microsoft\Excel\Project%205%20Results%20(version%203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Fixed n_proc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'Exp 1'!$B$1</c:f>
              <c:strCache>
                <c:ptCount val="1"/>
                <c:pt idx="0">
                  <c:v>Sequential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'Exp 1'!$A$2:$A$101</c:f>
              <c:numCache>
                <c:formatCode>General</c:formatCode>
                <c:ptCount val="10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  <c:pt idx="20">
                  <c:v>10500000</c:v>
                </c:pt>
                <c:pt idx="21">
                  <c:v>11000000</c:v>
                </c:pt>
                <c:pt idx="22">
                  <c:v>11500000</c:v>
                </c:pt>
                <c:pt idx="23">
                  <c:v>12000000</c:v>
                </c:pt>
                <c:pt idx="24">
                  <c:v>12500000</c:v>
                </c:pt>
                <c:pt idx="25">
                  <c:v>13000000</c:v>
                </c:pt>
                <c:pt idx="26">
                  <c:v>13500000</c:v>
                </c:pt>
                <c:pt idx="27">
                  <c:v>14000000</c:v>
                </c:pt>
                <c:pt idx="28">
                  <c:v>14500000</c:v>
                </c:pt>
                <c:pt idx="29">
                  <c:v>15000000</c:v>
                </c:pt>
                <c:pt idx="30">
                  <c:v>15500000</c:v>
                </c:pt>
                <c:pt idx="31">
                  <c:v>16000000</c:v>
                </c:pt>
                <c:pt idx="32">
                  <c:v>16500000</c:v>
                </c:pt>
                <c:pt idx="33">
                  <c:v>17000000</c:v>
                </c:pt>
                <c:pt idx="34">
                  <c:v>17500000</c:v>
                </c:pt>
                <c:pt idx="35">
                  <c:v>18000000</c:v>
                </c:pt>
                <c:pt idx="36">
                  <c:v>18500000</c:v>
                </c:pt>
                <c:pt idx="37">
                  <c:v>19000000</c:v>
                </c:pt>
                <c:pt idx="38">
                  <c:v>19500000</c:v>
                </c:pt>
                <c:pt idx="39">
                  <c:v>20000000</c:v>
                </c:pt>
                <c:pt idx="40">
                  <c:v>20500000</c:v>
                </c:pt>
                <c:pt idx="41">
                  <c:v>21000000</c:v>
                </c:pt>
                <c:pt idx="42">
                  <c:v>21500000</c:v>
                </c:pt>
                <c:pt idx="43">
                  <c:v>22000000</c:v>
                </c:pt>
                <c:pt idx="44">
                  <c:v>22500000</c:v>
                </c:pt>
                <c:pt idx="45">
                  <c:v>23000000</c:v>
                </c:pt>
                <c:pt idx="46">
                  <c:v>23500000</c:v>
                </c:pt>
                <c:pt idx="47">
                  <c:v>24000000</c:v>
                </c:pt>
                <c:pt idx="48">
                  <c:v>24500000</c:v>
                </c:pt>
                <c:pt idx="49">
                  <c:v>25000000</c:v>
                </c:pt>
                <c:pt idx="50">
                  <c:v>25500000</c:v>
                </c:pt>
                <c:pt idx="51">
                  <c:v>26000000</c:v>
                </c:pt>
                <c:pt idx="52">
                  <c:v>26500000</c:v>
                </c:pt>
                <c:pt idx="53">
                  <c:v>27000000</c:v>
                </c:pt>
                <c:pt idx="54">
                  <c:v>27500000</c:v>
                </c:pt>
                <c:pt idx="55">
                  <c:v>28000000</c:v>
                </c:pt>
                <c:pt idx="56">
                  <c:v>28500000</c:v>
                </c:pt>
                <c:pt idx="57">
                  <c:v>29000000</c:v>
                </c:pt>
                <c:pt idx="58">
                  <c:v>29500000</c:v>
                </c:pt>
                <c:pt idx="59">
                  <c:v>30000000</c:v>
                </c:pt>
                <c:pt idx="60">
                  <c:v>30500000</c:v>
                </c:pt>
                <c:pt idx="61">
                  <c:v>31000000</c:v>
                </c:pt>
                <c:pt idx="62">
                  <c:v>31500000</c:v>
                </c:pt>
                <c:pt idx="63">
                  <c:v>32000000</c:v>
                </c:pt>
                <c:pt idx="64">
                  <c:v>32500000</c:v>
                </c:pt>
                <c:pt idx="65">
                  <c:v>33000000</c:v>
                </c:pt>
                <c:pt idx="66">
                  <c:v>33500000</c:v>
                </c:pt>
                <c:pt idx="67">
                  <c:v>34000000</c:v>
                </c:pt>
                <c:pt idx="68">
                  <c:v>34500000</c:v>
                </c:pt>
                <c:pt idx="69">
                  <c:v>35000000</c:v>
                </c:pt>
                <c:pt idx="70">
                  <c:v>35500000</c:v>
                </c:pt>
                <c:pt idx="71">
                  <c:v>36000000</c:v>
                </c:pt>
                <c:pt idx="72">
                  <c:v>36500000</c:v>
                </c:pt>
                <c:pt idx="73">
                  <c:v>37000000</c:v>
                </c:pt>
                <c:pt idx="74">
                  <c:v>37500000</c:v>
                </c:pt>
                <c:pt idx="75">
                  <c:v>38000000</c:v>
                </c:pt>
                <c:pt idx="76">
                  <c:v>38500000</c:v>
                </c:pt>
                <c:pt idx="77">
                  <c:v>39000000</c:v>
                </c:pt>
                <c:pt idx="78">
                  <c:v>39500000</c:v>
                </c:pt>
                <c:pt idx="79">
                  <c:v>40000000</c:v>
                </c:pt>
                <c:pt idx="80">
                  <c:v>40500000</c:v>
                </c:pt>
                <c:pt idx="81">
                  <c:v>41000000</c:v>
                </c:pt>
                <c:pt idx="82">
                  <c:v>41500000</c:v>
                </c:pt>
                <c:pt idx="83">
                  <c:v>42000000</c:v>
                </c:pt>
                <c:pt idx="84">
                  <c:v>42500000</c:v>
                </c:pt>
                <c:pt idx="85">
                  <c:v>43000000</c:v>
                </c:pt>
                <c:pt idx="86">
                  <c:v>43500000</c:v>
                </c:pt>
                <c:pt idx="87">
                  <c:v>44000000</c:v>
                </c:pt>
                <c:pt idx="88">
                  <c:v>44500000</c:v>
                </c:pt>
                <c:pt idx="89">
                  <c:v>45000000</c:v>
                </c:pt>
                <c:pt idx="90">
                  <c:v>45500000</c:v>
                </c:pt>
                <c:pt idx="91">
                  <c:v>46000000</c:v>
                </c:pt>
                <c:pt idx="92">
                  <c:v>46500000</c:v>
                </c:pt>
                <c:pt idx="93">
                  <c:v>47000000</c:v>
                </c:pt>
                <c:pt idx="94">
                  <c:v>47500000</c:v>
                </c:pt>
                <c:pt idx="95">
                  <c:v>48000000</c:v>
                </c:pt>
                <c:pt idx="96">
                  <c:v>48500000</c:v>
                </c:pt>
                <c:pt idx="97">
                  <c:v>49000000</c:v>
                </c:pt>
                <c:pt idx="98">
                  <c:v>49500000</c:v>
                </c:pt>
                <c:pt idx="99">
                  <c:v>50000000</c:v>
                </c:pt>
              </c:numCache>
            </c:numRef>
          </c:cat>
          <c:val>
            <c:numRef>
              <c:f>'Exp 1'!$B$3:$B$101</c:f>
              <c:numCache>
                <c:formatCode>General</c:formatCode>
                <c:ptCount val="99"/>
                <c:pt idx="0">
                  <c:v>6.2026999999999999E-2</c:v>
                </c:pt>
                <c:pt idx="1">
                  <c:v>8.5169999999999996E-2</c:v>
                </c:pt>
                <c:pt idx="2">
                  <c:v>0.110913</c:v>
                </c:pt>
                <c:pt idx="3">
                  <c:v>0.15968099999999999</c:v>
                </c:pt>
                <c:pt idx="4">
                  <c:v>0.18318599999999999</c:v>
                </c:pt>
                <c:pt idx="5">
                  <c:v>0.205348</c:v>
                </c:pt>
                <c:pt idx="6">
                  <c:v>0.245113</c:v>
                </c:pt>
                <c:pt idx="7">
                  <c:v>0.26358300000000001</c:v>
                </c:pt>
                <c:pt idx="8">
                  <c:v>0.29702499999999998</c:v>
                </c:pt>
                <c:pt idx="9">
                  <c:v>0.33330599999999999</c:v>
                </c:pt>
                <c:pt idx="10">
                  <c:v>0.35206700000000002</c:v>
                </c:pt>
                <c:pt idx="11">
                  <c:v>0.39884199999999997</c:v>
                </c:pt>
                <c:pt idx="12">
                  <c:v>0.42039300000000002</c:v>
                </c:pt>
                <c:pt idx="13">
                  <c:v>0.44503700000000002</c:v>
                </c:pt>
                <c:pt idx="14">
                  <c:v>0.47263100000000002</c:v>
                </c:pt>
                <c:pt idx="15">
                  <c:v>0.50235600000000002</c:v>
                </c:pt>
                <c:pt idx="16">
                  <c:v>0.54351799999999995</c:v>
                </c:pt>
                <c:pt idx="17">
                  <c:v>0.56235900000000005</c:v>
                </c:pt>
                <c:pt idx="18">
                  <c:v>0.60281300000000004</c:v>
                </c:pt>
                <c:pt idx="19">
                  <c:v>0.62828499999999998</c:v>
                </c:pt>
                <c:pt idx="20">
                  <c:v>0.64965799999999996</c:v>
                </c:pt>
                <c:pt idx="21">
                  <c:v>0.67461099999999996</c:v>
                </c:pt>
                <c:pt idx="22">
                  <c:v>0.70666700000000005</c:v>
                </c:pt>
                <c:pt idx="23">
                  <c:v>0.73380400000000001</c:v>
                </c:pt>
                <c:pt idx="24">
                  <c:v>0.76539699999999999</c:v>
                </c:pt>
                <c:pt idx="25">
                  <c:v>0.79929700000000004</c:v>
                </c:pt>
                <c:pt idx="26">
                  <c:v>0.818882</c:v>
                </c:pt>
                <c:pt idx="27">
                  <c:v>0.84865299999999999</c:v>
                </c:pt>
                <c:pt idx="28">
                  <c:v>0.901891</c:v>
                </c:pt>
                <c:pt idx="29">
                  <c:v>0.92798000000000003</c:v>
                </c:pt>
                <c:pt idx="30">
                  <c:v>0.95086800000000005</c:v>
                </c:pt>
                <c:pt idx="31">
                  <c:v>0.98433700000000002</c:v>
                </c:pt>
                <c:pt idx="32">
                  <c:v>1.0121020000000001</c:v>
                </c:pt>
                <c:pt idx="33">
                  <c:v>1.028707</c:v>
                </c:pt>
                <c:pt idx="34">
                  <c:v>1.0811010000000001</c:v>
                </c:pt>
                <c:pt idx="35">
                  <c:v>1.0954839999999999</c:v>
                </c:pt>
                <c:pt idx="36">
                  <c:v>1.120709</c:v>
                </c:pt>
                <c:pt idx="37">
                  <c:v>1.1365510000000001</c:v>
                </c:pt>
                <c:pt idx="38">
                  <c:v>1.184545</c:v>
                </c:pt>
                <c:pt idx="39">
                  <c:v>1.2153750000000001</c:v>
                </c:pt>
                <c:pt idx="40">
                  <c:v>1.256985</c:v>
                </c:pt>
                <c:pt idx="41">
                  <c:v>1.2545310000000001</c:v>
                </c:pt>
                <c:pt idx="42">
                  <c:v>1.2844949999999999</c:v>
                </c:pt>
                <c:pt idx="43">
                  <c:v>1.346163</c:v>
                </c:pt>
                <c:pt idx="44">
                  <c:v>1.3596900000000001</c:v>
                </c:pt>
                <c:pt idx="45">
                  <c:v>1.3774660000000001</c:v>
                </c:pt>
                <c:pt idx="46">
                  <c:v>1.42157</c:v>
                </c:pt>
                <c:pt idx="47">
                  <c:v>1.4542079999999999</c:v>
                </c:pt>
                <c:pt idx="48">
                  <c:v>1.4590179999999999</c:v>
                </c:pt>
                <c:pt idx="49">
                  <c:v>1.5192939999999999</c:v>
                </c:pt>
                <c:pt idx="50">
                  <c:v>1.523709</c:v>
                </c:pt>
                <c:pt idx="51">
                  <c:v>1.581318</c:v>
                </c:pt>
                <c:pt idx="52">
                  <c:v>1.5936170000000001</c:v>
                </c:pt>
                <c:pt idx="53">
                  <c:v>1.61609</c:v>
                </c:pt>
                <c:pt idx="54">
                  <c:v>1.6397440000000001</c:v>
                </c:pt>
                <c:pt idx="55">
                  <c:v>1.6757200000000001</c:v>
                </c:pt>
                <c:pt idx="56">
                  <c:v>1.736923</c:v>
                </c:pt>
                <c:pt idx="57">
                  <c:v>1.7335119999999999</c:v>
                </c:pt>
                <c:pt idx="58">
                  <c:v>1.8030949999999999</c:v>
                </c:pt>
                <c:pt idx="59">
                  <c:v>1.8049500000000001</c:v>
                </c:pt>
                <c:pt idx="60">
                  <c:v>1.8312349999999999</c:v>
                </c:pt>
                <c:pt idx="61">
                  <c:v>1.8395170000000001</c:v>
                </c:pt>
                <c:pt idx="62">
                  <c:v>1.906908</c:v>
                </c:pt>
                <c:pt idx="63">
                  <c:v>1.9099870000000001</c:v>
                </c:pt>
                <c:pt idx="64">
                  <c:v>1.947319</c:v>
                </c:pt>
                <c:pt idx="65">
                  <c:v>2.0158809999999998</c:v>
                </c:pt>
                <c:pt idx="66">
                  <c:v>2.0044200000000001</c:v>
                </c:pt>
                <c:pt idx="67">
                  <c:v>2.0359219999999998</c:v>
                </c:pt>
                <c:pt idx="68">
                  <c:v>2.0626350000000002</c:v>
                </c:pt>
                <c:pt idx="69">
                  <c:v>2.0926999999999998</c:v>
                </c:pt>
                <c:pt idx="70">
                  <c:v>2.1121490000000001</c:v>
                </c:pt>
                <c:pt idx="71">
                  <c:v>2.1711290000000001</c:v>
                </c:pt>
                <c:pt idx="72">
                  <c:v>2.2014079999999998</c:v>
                </c:pt>
                <c:pt idx="73">
                  <c:v>2.2236989999999999</c:v>
                </c:pt>
                <c:pt idx="74">
                  <c:v>2.2370369999999999</c:v>
                </c:pt>
                <c:pt idx="75">
                  <c:v>2.2860019999999999</c:v>
                </c:pt>
                <c:pt idx="76">
                  <c:v>2.3098169999999998</c:v>
                </c:pt>
                <c:pt idx="77">
                  <c:v>2.3442720000000001</c:v>
                </c:pt>
                <c:pt idx="78">
                  <c:v>2.3815879999999998</c:v>
                </c:pt>
                <c:pt idx="79">
                  <c:v>2.4074179999999998</c:v>
                </c:pt>
                <c:pt idx="80">
                  <c:v>2.4292400000000001</c:v>
                </c:pt>
                <c:pt idx="81">
                  <c:v>2.4305569999999999</c:v>
                </c:pt>
                <c:pt idx="82">
                  <c:v>2.480702</c:v>
                </c:pt>
                <c:pt idx="83">
                  <c:v>2.532759</c:v>
                </c:pt>
                <c:pt idx="84">
                  <c:v>2.5350190000000001</c:v>
                </c:pt>
                <c:pt idx="85">
                  <c:v>2.5400459999999998</c:v>
                </c:pt>
                <c:pt idx="86">
                  <c:v>2.5742020000000001</c:v>
                </c:pt>
                <c:pt idx="87">
                  <c:v>2.7138179999999998</c:v>
                </c:pt>
                <c:pt idx="88">
                  <c:v>2.6593740000000001</c:v>
                </c:pt>
                <c:pt idx="89">
                  <c:v>2.6623070000000002</c:v>
                </c:pt>
                <c:pt idx="90">
                  <c:v>2.7060089999999999</c:v>
                </c:pt>
                <c:pt idx="91">
                  <c:v>2.748551</c:v>
                </c:pt>
                <c:pt idx="92">
                  <c:v>2.7732389999999998</c:v>
                </c:pt>
                <c:pt idx="93">
                  <c:v>2.7697959999999999</c:v>
                </c:pt>
                <c:pt idx="94">
                  <c:v>2.804719</c:v>
                </c:pt>
                <c:pt idx="95">
                  <c:v>2.833933</c:v>
                </c:pt>
                <c:pt idx="96">
                  <c:v>2.8727420000000001</c:v>
                </c:pt>
                <c:pt idx="97">
                  <c:v>2.926866</c:v>
                </c:pt>
                <c:pt idx="98">
                  <c:v>2.9146290000000001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9FCA-457D-9EB9-544A1D58B267}"/>
            </c:ext>
          </c:extLst>
        </c:ser>
        <c:ser>
          <c:idx val="2"/>
          <c:order val="2"/>
          <c:tx>
            <c:strRef>
              <c:f>'Exp 1'!$C$1</c:f>
              <c:strCache>
                <c:ptCount val="1"/>
                <c:pt idx="0">
                  <c:v>Pipes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'Exp 1'!$A$2:$A$101</c:f>
              <c:numCache>
                <c:formatCode>General</c:formatCode>
                <c:ptCount val="10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  <c:pt idx="20">
                  <c:v>10500000</c:v>
                </c:pt>
                <c:pt idx="21">
                  <c:v>11000000</c:v>
                </c:pt>
                <c:pt idx="22">
                  <c:v>11500000</c:v>
                </c:pt>
                <c:pt idx="23">
                  <c:v>12000000</c:v>
                </c:pt>
                <c:pt idx="24">
                  <c:v>12500000</c:v>
                </c:pt>
                <c:pt idx="25">
                  <c:v>13000000</c:v>
                </c:pt>
                <c:pt idx="26">
                  <c:v>13500000</c:v>
                </c:pt>
                <c:pt idx="27">
                  <c:v>14000000</c:v>
                </c:pt>
                <c:pt idx="28">
                  <c:v>14500000</c:v>
                </c:pt>
                <c:pt idx="29">
                  <c:v>15000000</c:v>
                </c:pt>
                <c:pt idx="30">
                  <c:v>15500000</c:v>
                </c:pt>
                <c:pt idx="31">
                  <c:v>16000000</c:v>
                </c:pt>
                <c:pt idx="32">
                  <c:v>16500000</c:v>
                </c:pt>
                <c:pt idx="33">
                  <c:v>17000000</c:v>
                </c:pt>
                <c:pt idx="34">
                  <c:v>17500000</c:v>
                </c:pt>
                <c:pt idx="35">
                  <c:v>18000000</c:v>
                </c:pt>
                <c:pt idx="36">
                  <c:v>18500000</c:v>
                </c:pt>
                <c:pt idx="37">
                  <c:v>19000000</c:v>
                </c:pt>
                <c:pt idx="38">
                  <c:v>19500000</c:v>
                </c:pt>
                <c:pt idx="39">
                  <c:v>20000000</c:v>
                </c:pt>
                <c:pt idx="40">
                  <c:v>20500000</c:v>
                </c:pt>
                <c:pt idx="41">
                  <c:v>21000000</c:v>
                </c:pt>
                <c:pt idx="42">
                  <c:v>21500000</c:v>
                </c:pt>
                <c:pt idx="43">
                  <c:v>22000000</c:v>
                </c:pt>
                <c:pt idx="44">
                  <c:v>22500000</c:v>
                </c:pt>
                <c:pt idx="45">
                  <c:v>23000000</c:v>
                </c:pt>
                <c:pt idx="46">
                  <c:v>23500000</c:v>
                </c:pt>
                <c:pt idx="47">
                  <c:v>24000000</c:v>
                </c:pt>
                <c:pt idx="48">
                  <c:v>24500000</c:v>
                </c:pt>
                <c:pt idx="49">
                  <c:v>25000000</c:v>
                </c:pt>
                <c:pt idx="50">
                  <c:v>25500000</c:v>
                </c:pt>
                <c:pt idx="51">
                  <c:v>26000000</c:v>
                </c:pt>
                <c:pt idx="52">
                  <c:v>26500000</c:v>
                </c:pt>
                <c:pt idx="53">
                  <c:v>27000000</c:v>
                </c:pt>
                <c:pt idx="54">
                  <c:v>27500000</c:v>
                </c:pt>
                <c:pt idx="55">
                  <c:v>28000000</c:v>
                </c:pt>
                <c:pt idx="56">
                  <c:v>28500000</c:v>
                </c:pt>
                <c:pt idx="57">
                  <c:v>29000000</c:v>
                </c:pt>
                <c:pt idx="58">
                  <c:v>29500000</c:v>
                </c:pt>
                <c:pt idx="59">
                  <c:v>30000000</c:v>
                </c:pt>
                <c:pt idx="60">
                  <c:v>30500000</c:v>
                </c:pt>
                <c:pt idx="61">
                  <c:v>31000000</c:v>
                </c:pt>
                <c:pt idx="62">
                  <c:v>31500000</c:v>
                </c:pt>
                <c:pt idx="63">
                  <c:v>32000000</c:v>
                </c:pt>
                <c:pt idx="64">
                  <c:v>32500000</c:v>
                </c:pt>
                <c:pt idx="65">
                  <c:v>33000000</c:v>
                </c:pt>
                <c:pt idx="66">
                  <c:v>33500000</c:v>
                </c:pt>
                <c:pt idx="67">
                  <c:v>34000000</c:v>
                </c:pt>
                <c:pt idx="68">
                  <c:v>34500000</c:v>
                </c:pt>
                <c:pt idx="69">
                  <c:v>35000000</c:v>
                </c:pt>
                <c:pt idx="70">
                  <c:v>35500000</c:v>
                </c:pt>
                <c:pt idx="71">
                  <c:v>36000000</c:v>
                </c:pt>
                <c:pt idx="72">
                  <c:v>36500000</c:v>
                </c:pt>
                <c:pt idx="73">
                  <c:v>37000000</c:v>
                </c:pt>
                <c:pt idx="74">
                  <c:v>37500000</c:v>
                </c:pt>
                <c:pt idx="75">
                  <c:v>38000000</c:v>
                </c:pt>
                <c:pt idx="76">
                  <c:v>38500000</c:v>
                </c:pt>
                <c:pt idx="77">
                  <c:v>39000000</c:v>
                </c:pt>
                <c:pt idx="78">
                  <c:v>39500000</c:v>
                </c:pt>
                <c:pt idx="79">
                  <c:v>40000000</c:v>
                </c:pt>
                <c:pt idx="80">
                  <c:v>40500000</c:v>
                </c:pt>
                <c:pt idx="81">
                  <c:v>41000000</c:v>
                </c:pt>
                <c:pt idx="82">
                  <c:v>41500000</c:v>
                </c:pt>
                <c:pt idx="83">
                  <c:v>42000000</c:v>
                </c:pt>
                <c:pt idx="84">
                  <c:v>42500000</c:v>
                </c:pt>
                <c:pt idx="85">
                  <c:v>43000000</c:v>
                </c:pt>
                <c:pt idx="86">
                  <c:v>43500000</c:v>
                </c:pt>
                <c:pt idx="87">
                  <c:v>44000000</c:v>
                </c:pt>
                <c:pt idx="88">
                  <c:v>44500000</c:v>
                </c:pt>
                <c:pt idx="89">
                  <c:v>45000000</c:v>
                </c:pt>
                <c:pt idx="90">
                  <c:v>45500000</c:v>
                </c:pt>
                <c:pt idx="91">
                  <c:v>46000000</c:v>
                </c:pt>
                <c:pt idx="92">
                  <c:v>46500000</c:v>
                </c:pt>
                <c:pt idx="93">
                  <c:v>47000000</c:v>
                </c:pt>
                <c:pt idx="94">
                  <c:v>47500000</c:v>
                </c:pt>
                <c:pt idx="95">
                  <c:v>48000000</c:v>
                </c:pt>
                <c:pt idx="96">
                  <c:v>48500000</c:v>
                </c:pt>
                <c:pt idx="97">
                  <c:v>49000000</c:v>
                </c:pt>
                <c:pt idx="98">
                  <c:v>49500000</c:v>
                </c:pt>
                <c:pt idx="99">
                  <c:v>50000000</c:v>
                </c:pt>
              </c:numCache>
            </c:numRef>
          </c:cat>
          <c:val>
            <c:numRef>
              <c:f>'Exp 1'!$C$3:$C$101</c:f>
              <c:numCache>
                <c:formatCode>General</c:formatCode>
                <c:ptCount val="99"/>
                <c:pt idx="0">
                  <c:v>5.7369000000000003E-2</c:v>
                </c:pt>
                <c:pt idx="1">
                  <c:v>7.7443999999999999E-2</c:v>
                </c:pt>
                <c:pt idx="2">
                  <c:v>0.10519000000000001</c:v>
                </c:pt>
                <c:pt idx="3">
                  <c:v>0.141235</c:v>
                </c:pt>
                <c:pt idx="4">
                  <c:v>0.16212299999999999</c:v>
                </c:pt>
                <c:pt idx="5">
                  <c:v>0.19031300000000001</c:v>
                </c:pt>
                <c:pt idx="6">
                  <c:v>0.216007</c:v>
                </c:pt>
                <c:pt idx="7">
                  <c:v>0.24682999999999999</c:v>
                </c:pt>
                <c:pt idx="8">
                  <c:v>0.27104200000000001</c:v>
                </c:pt>
                <c:pt idx="9">
                  <c:v>0.30373800000000001</c:v>
                </c:pt>
                <c:pt idx="10">
                  <c:v>0.32888699999999998</c:v>
                </c:pt>
                <c:pt idx="11">
                  <c:v>0.35206700000000002</c:v>
                </c:pt>
                <c:pt idx="12">
                  <c:v>0.38367099999999998</c:v>
                </c:pt>
                <c:pt idx="13">
                  <c:v>0.42525499999999999</c:v>
                </c:pt>
                <c:pt idx="14">
                  <c:v>0.42996400000000001</c:v>
                </c:pt>
                <c:pt idx="15">
                  <c:v>0.45899499999999999</c:v>
                </c:pt>
                <c:pt idx="16">
                  <c:v>0.48621900000000001</c:v>
                </c:pt>
                <c:pt idx="17">
                  <c:v>0.51826799999999995</c:v>
                </c:pt>
                <c:pt idx="18">
                  <c:v>0.54452800000000001</c:v>
                </c:pt>
                <c:pt idx="19">
                  <c:v>0.57940000000000003</c:v>
                </c:pt>
                <c:pt idx="20">
                  <c:v>0.58825499999999997</c:v>
                </c:pt>
                <c:pt idx="21">
                  <c:v>0.62415799999999999</c:v>
                </c:pt>
                <c:pt idx="22">
                  <c:v>0.63791100000000001</c:v>
                </c:pt>
                <c:pt idx="23">
                  <c:v>0.68166499999999997</c:v>
                </c:pt>
                <c:pt idx="24">
                  <c:v>0.71145599999999998</c:v>
                </c:pt>
                <c:pt idx="25">
                  <c:v>0.71885600000000005</c:v>
                </c:pt>
                <c:pt idx="26">
                  <c:v>0.75280599999999998</c:v>
                </c:pt>
                <c:pt idx="27">
                  <c:v>0.78059699999999999</c:v>
                </c:pt>
                <c:pt idx="28">
                  <c:v>0.81652499999999995</c:v>
                </c:pt>
                <c:pt idx="29">
                  <c:v>0.84878299999999995</c:v>
                </c:pt>
                <c:pt idx="30">
                  <c:v>0.85994400000000004</c:v>
                </c:pt>
                <c:pt idx="31">
                  <c:v>0.88193100000000002</c:v>
                </c:pt>
                <c:pt idx="32">
                  <c:v>0.92116299999999995</c:v>
                </c:pt>
                <c:pt idx="33">
                  <c:v>0.93709299999999995</c:v>
                </c:pt>
                <c:pt idx="34">
                  <c:v>0.96216800000000002</c:v>
                </c:pt>
                <c:pt idx="35">
                  <c:v>1.010942</c:v>
                </c:pt>
                <c:pt idx="36">
                  <c:v>1.015746</c:v>
                </c:pt>
                <c:pt idx="37">
                  <c:v>1.0570459999999999</c:v>
                </c:pt>
                <c:pt idx="38">
                  <c:v>1.072551</c:v>
                </c:pt>
                <c:pt idx="39">
                  <c:v>1.095601</c:v>
                </c:pt>
                <c:pt idx="40">
                  <c:v>1.139667</c:v>
                </c:pt>
                <c:pt idx="41">
                  <c:v>1.1555949999999999</c:v>
                </c:pt>
                <c:pt idx="42">
                  <c:v>1.187589</c:v>
                </c:pt>
                <c:pt idx="43">
                  <c:v>1.2178359999999999</c:v>
                </c:pt>
                <c:pt idx="44">
                  <c:v>1.2381759999999999</c:v>
                </c:pt>
                <c:pt idx="45">
                  <c:v>1.2723500000000001</c:v>
                </c:pt>
                <c:pt idx="46">
                  <c:v>1.3016749999999999</c:v>
                </c:pt>
                <c:pt idx="47">
                  <c:v>1.3274729999999999</c:v>
                </c:pt>
                <c:pt idx="48">
                  <c:v>1.3540650000000001</c:v>
                </c:pt>
                <c:pt idx="49">
                  <c:v>1.37758</c:v>
                </c:pt>
                <c:pt idx="50">
                  <c:v>1.393418</c:v>
                </c:pt>
                <c:pt idx="51">
                  <c:v>1.419049</c:v>
                </c:pt>
                <c:pt idx="52">
                  <c:v>1.454285</c:v>
                </c:pt>
                <c:pt idx="53">
                  <c:v>1.4942800000000001</c:v>
                </c:pt>
                <c:pt idx="54">
                  <c:v>1.5150159999999999</c:v>
                </c:pt>
                <c:pt idx="55">
                  <c:v>1.529784</c:v>
                </c:pt>
                <c:pt idx="56">
                  <c:v>1.6841170000000001</c:v>
                </c:pt>
                <c:pt idx="57">
                  <c:v>1.5890880000000001</c:v>
                </c:pt>
                <c:pt idx="58">
                  <c:v>1.6553389999999999</c:v>
                </c:pt>
                <c:pt idx="59">
                  <c:v>1.615567</c:v>
                </c:pt>
                <c:pt idx="60">
                  <c:v>1.6687749999999999</c:v>
                </c:pt>
                <c:pt idx="61">
                  <c:v>1.681773</c:v>
                </c:pt>
                <c:pt idx="62">
                  <c:v>1.731492</c:v>
                </c:pt>
                <c:pt idx="63">
                  <c:v>1.770057</c:v>
                </c:pt>
                <c:pt idx="64">
                  <c:v>1.799704</c:v>
                </c:pt>
                <c:pt idx="65">
                  <c:v>1.8033189999999999</c:v>
                </c:pt>
                <c:pt idx="66">
                  <c:v>1.8254840000000001</c:v>
                </c:pt>
                <c:pt idx="67">
                  <c:v>1.866878</c:v>
                </c:pt>
                <c:pt idx="68">
                  <c:v>1.9137999999999999</c:v>
                </c:pt>
                <c:pt idx="69">
                  <c:v>1.917789</c:v>
                </c:pt>
                <c:pt idx="70">
                  <c:v>1.9526159999999999</c:v>
                </c:pt>
                <c:pt idx="71">
                  <c:v>1.963705</c:v>
                </c:pt>
                <c:pt idx="72">
                  <c:v>2.00447</c:v>
                </c:pt>
                <c:pt idx="73">
                  <c:v>2.0333320000000001</c:v>
                </c:pt>
                <c:pt idx="74">
                  <c:v>2.0585450000000001</c:v>
                </c:pt>
                <c:pt idx="75">
                  <c:v>2.097604</c:v>
                </c:pt>
                <c:pt idx="76">
                  <c:v>2.1264470000000002</c:v>
                </c:pt>
                <c:pt idx="77">
                  <c:v>2.165044</c:v>
                </c:pt>
                <c:pt idx="78">
                  <c:v>2.1372939999999998</c:v>
                </c:pt>
                <c:pt idx="79">
                  <c:v>2.1959680000000001</c:v>
                </c:pt>
                <c:pt idx="80">
                  <c:v>2.223322</c:v>
                </c:pt>
                <c:pt idx="81">
                  <c:v>2.2615780000000001</c:v>
                </c:pt>
                <c:pt idx="82">
                  <c:v>2.2654019999999999</c:v>
                </c:pt>
                <c:pt idx="83">
                  <c:v>2.3333930000000001</c:v>
                </c:pt>
                <c:pt idx="84">
                  <c:v>2.3235640000000002</c:v>
                </c:pt>
                <c:pt idx="85">
                  <c:v>2.3352469999999999</c:v>
                </c:pt>
                <c:pt idx="86">
                  <c:v>2.357065</c:v>
                </c:pt>
                <c:pt idx="87">
                  <c:v>2.4188649999999998</c:v>
                </c:pt>
                <c:pt idx="88">
                  <c:v>2.4079739999999998</c:v>
                </c:pt>
                <c:pt idx="89">
                  <c:v>2.42428</c:v>
                </c:pt>
                <c:pt idx="90">
                  <c:v>2.506135</c:v>
                </c:pt>
                <c:pt idx="91">
                  <c:v>2.514713</c:v>
                </c:pt>
                <c:pt idx="92">
                  <c:v>2.542843</c:v>
                </c:pt>
                <c:pt idx="93">
                  <c:v>2.5552990000000002</c:v>
                </c:pt>
                <c:pt idx="94">
                  <c:v>2.6045970000000001</c:v>
                </c:pt>
                <c:pt idx="95">
                  <c:v>2.6057540000000001</c:v>
                </c:pt>
                <c:pt idx="96">
                  <c:v>2.6277699999999999</c:v>
                </c:pt>
                <c:pt idx="97">
                  <c:v>2.6666989999999999</c:v>
                </c:pt>
                <c:pt idx="98">
                  <c:v>2.7145570000000001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9FCA-457D-9EB9-544A1D58B267}"/>
            </c:ext>
          </c:extLst>
        </c:ser>
        <c:ser>
          <c:idx val="3"/>
          <c:order val="3"/>
          <c:tx>
            <c:strRef>
              <c:f>'Exp 1'!$D$1</c:f>
              <c:strCache>
                <c:ptCount val="1"/>
                <c:pt idx="0">
                  <c:v>MMap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'Exp 1'!$A$2:$A$101</c:f>
              <c:numCache>
                <c:formatCode>General</c:formatCode>
                <c:ptCount val="10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  <c:pt idx="20">
                  <c:v>10500000</c:v>
                </c:pt>
                <c:pt idx="21">
                  <c:v>11000000</c:v>
                </c:pt>
                <c:pt idx="22">
                  <c:v>11500000</c:v>
                </c:pt>
                <c:pt idx="23">
                  <c:v>12000000</c:v>
                </c:pt>
                <c:pt idx="24">
                  <c:v>12500000</c:v>
                </c:pt>
                <c:pt idx="25">
                  <c:v>13000000</c:v>
                </c:pt>
                <c:pt idx="26">
                  <c:v>13500000</c:v>
                </c:pt>
                <c:pt idx="27">
                  <c:v>14000000</c:v>
                </c:pt>
                <c:pt idx="28">
                  <c:v>14500000</c:v>
                </c:pt>
                <c:pt idx="29">
                  <c:v>15000000</c:v>
                </c:pt>
                <c:pt idx="30">
                  <c:v>15500000</c:v>
                </c:pt>
                <c:pt idx="31">
                  <c:v>16000000</c:v>
                </c:pt>
                <c:pt idx="32">
                  <c:v>16500000</c:v>
                </c:pt>
                <c:pt idx="33">
                  <c:v>17000000</c:v>
                </c:pt>
                <c:pt idx="34">
                  <c:v>17500000</c:v>
                </c:pt>
                <c:pt idx="35">
                  <c:v>18000000</c:v>
                </c:pt>
                <c:pt idx="36">
                  <c:v>18500000</c:v>
                </c:pt>
                <c:pt idx="37">
                  <c:v>19000000</c:v>
                </c:pt>
                <c:pt idx="38">
                  <c:v>19500000</c:v>
                </c:pt>
                <c:pt idx="39">
                  <c:v>20000000</c:v>
                </c:pt>
                <c:pt idx="40">
                  <c:v>20500000</c:v>
                </c:pt>
                <c:pt idx="41">
                  <c:v>21000000</c:v>
                </c:pt>
                <c:pt idx="42">
                  <c:v>21500000</c:v>
                </c:pt>
                <c:pt idx="43">
                  <c:v>22000000</c:v>
                </c:pt>
                <c:pt idx="44">
                  <c:v>22500000</c:v>
                </c:pt>
                <c:pt idx="45">
                  <c:v>23000000</c:v>
                </c:pt>
                <c:pt idx="46">
                  <c:v>23500000</c:v>
                </c:pt>
                <c:pt idx="47">
                  <c:v>24000000</c:v>
                </c:pt>
                <c:pt idx="48">
                  <c:v>24500000</c:v>
                </c:pt>
                <c:pt idx="49">
                  <c:v>25000000</c:v>
                </c:pt>
                <c:pt idx="50">
                  <c:v>25500000</c:v>
                </c:pt>
                <c:pt idx="51">
                  <c:v>26000000</c:v>
                </c:pt>
                <c:pt idx="52">
                  <c:v>26500000</c:v>
                </c:pt>
                <c:pt idx="53">
                  <c:v>27000000</c:v>
                </c:pt>
                <c:pt idx="54">
                  <c:v>27500000</c:v>
                </c:pt>
                <c:pt idx="55">
                  <c:v>28000000</c:v>
                </c:pt>
                <c:pt idx="56">
                  <c:v>28500000</c:v>
                </c:pt>
                <c:pt idx="57">
                  <c:v>29000000</c:v>
                </c:pt>
                <c:pt idx="58">
                  <c:v>29500000</c:v>
                </c:pt>
                <c:pt idx="59">
                  <c:v>30000000</c:v>
                </c:pt>
                <c:pt idx="60">
                  <c:v>30500000</c:v>
                </c:pt>
                <c:pt idx="61">
                  <c:v>31000000</c:v>
                </c:pt>
                <c:pt idx="62">
                  <c:v>31500000</c:v>
                </c:pt>
                <c:pt idx="63">
                  <c:v>32000000</c:v>
                </c:pt>
                <c:pt idx="64">
                  <c:v>32500000</c:v>
                </c:pt>
                <c:pt idx="65">
                  <c:v>33000000</c:v>
                </c:pt>
                <c:pt idx="66">
                  <c:v>33500000</c:v>
                </c:pt>
                <c:pt idx="67">
                  <c:v>34000000</c:v>
                </c:pt>
                <c:pt idx="68">
                  <c:v>34500000</c:v>
                </c:pt>
                <c:pt idx="69">
                  <c:v>35000000</c:v>
                </c:pt>
                <c:pt idx="70">
                  <c:v>35500000</c:v>
                </c:pt>
                <c:pt idx="71">
                  <c:v>36000000</c:v>
                </c:pt>
                <c:pt idx="72">
                  <c:v>36500000</c:v>
                </c:pt>
                <c:pt idx="73">
                  <c:v>37000000</c:v>
                </c:pt>
                <c:pt idx="74">
                  <c:v>37500000</c:v>
                </c:pt>
                <c:pt idx="75">
                  <c:v>38000000</c:v>
                </c:pt>
                <c:pt idx="76">
                  <c:v>38500000</c:v>
                </c:pt>
                <c:pt idx="77">
                  <c:v>39000000</c:v>
                </c:pt>
                <c:pt idx="78">
                  <c:v>39500000</c:v>
                </c:pt>
                <c:pt idx="79">
                  <c:v>40000000</c:v>
                </c:pt>
                <c:pt idx="80">
                  <c:v>40500000</c:v>
                </c:pt>
                <c:pt idx="81">
                  <c:v>41000000</c:v>
                </c:pt>
                <c:pt idx="82">
                  <c:v>41500000</c:v>
                </c:pt>
                <c:pt idx="83">
                  <c:v>42000000</c:v>
                </c:pt>
                <c:pt idx="84">
                  <c:v>42500000</c:v>
                </c:pt>
                <c:pt idx="85">
                  <c:v>43000000</c:v>
                </c:pt>
                <c:pt idx="86">
                  <c:v>43500000</c:v>
                </c:pt>
                <c:pt idx="87">
                  <c:v>44000000</c:v>
                </c:pt>
                <c:pt idx="88">
                  <c:v>44500000</c:v>
                </c:pt>
                <c:pt idx="89">
                  <c:v>45000000</c:v>
                </c:pt>
                <c:pt idx="90">
                  <c:v>45500000</c:v>
                </c:pt>
                <c:pt idx="91">
                  <c:v>46000000</c:v>
                </c:pt>
                <c:pt idx="92">
                  <c:v>46500000</c:v>
                </c:pt>
                <c:pt idx="93">
                  <c:v>47000000</c:v>
                </c:pt>
                <c:pt idx="94">
                  <c:v>47500000</c:v>
                </c:pt>
                <c:pt idx="95">
                  <c:v>48000000</c:v>
                </c:pt>
                <c:pt idx="96">
                  <c:v>48500000</c:v>
                </c:pt>
                <c:pt idx="97">
                  <c:v>49000000</c:v>
                </c:pt>
                <c:pt idx="98">
                  <c:v>49500000</c:v>
                </c:pt>
                <c:pt idx="99">
                  <c:v>50000000</c:v>
                </c:pt>
              </c:numCache>
            </c:numRef>
          </c:cat>
          <c:val>
            <c:numRef>
              <c:f>'Exp 1'!$D$3:$D$101</c:f>
              <c:numCache>
                <c:formatCode>General</c:formatCode>
                <c:ptCount val="99"/>
                <c:pt idx="0">
                  <c:v>5.8618999999999997E-2</c:v>
                </c:pt>
                <c:pt idx="1">
                  <c:v>8.2194000000000003E-2</c:v>
                </c:pt>
                <c:pt idx="2">
                  <c:v>0.111233</c:v>
                </c:pt>
                <c:pt idx="3">
                  <c:v>0.15257399999999999</c:v>
                </c:pt>
                <c:pt idx="4">
                  <c:v>0.17727599999999999</c:v>
                </c:pt>
                <c:pt idx="5">
                  <c:v>0.203372</c:v>
                </c:pt>
                <c:pt idx="6">
                  <c:v>0.22347600000000001</c:v>
                </c:pt>
                <c:pt idx="7">
                  <c:v>0.26661000000000001</c:v>
                </c:pt>
                <c:pt idx="8">
                  <c:v>0.27961900000000001</c:v>
                </c:pt>
                <c:pt idx="9">
                  <c:v>0.31645099999999998</c:v>
                </c:pt>
                <c:pt idx="10">
                  <c:v>0.34278599999999998</c:v>
                </c:pt>
                <c:pt idx="11">
                  <c:v>0.36995600000000001</c:v>
                </c:pt>
                <c:pt idx="12">
                  <c:v>0.40579599999999999</c:v>
                </c:pt>
                <c:pt idx="13">
                  <c:v>0.438253</c:v>
                </c:pt>
                <c:pt idx="14">
                  <c:v>0.44382300000000002</c:v>
                </c:pt>
                <c:pt idx="15">
                  <c:v>0.48359099999999999</c:v>
                </c:pt>
                <c:pt idx="16">
                  <c:v>0.49770199999999998</c:v>
                </c:pt>
                <c:pt idx="17">
                  <c:v>0.54272900000000002</c:v>
                </c:pt>
                <c:pt idx="18">
                  <c:v>0.56437899999999996</c:v>
                </c:pt>
                <c:pt idx="19">
                  <c:v>0.60303799999999996</c:v>
                </c:pt>
                <c:pt idx="20">
                  <c:v>0.61129299999999998</c:v>
                </c:pt>
                <c:pt idx="21">
                  <c:v>0.65112400000000004</c:v>
                </c:pt>
                <c:pt idx="22">
                  <c:v>0.69210300000000002</c:v>
                </c:pt>
                <c:pt idx="23">
                  <c:v>0.70136399999999999</c:v>
                </c:pt>
                <c:pt idx="24">
                  <c:v>0.727877</c:v>
                </c:pt>
                <c:pt idx="25">
                  <c:v>0.76249299999999998</c:v>
                </c:pt>
                <c:pt idx="26">
                  <c:v>0.79197799999999996</c:v>
                </c:pt>
                <c:pt idx="27">
                  <c:v>0.817334</c:v>
                </c:pt>
                <c:pt idx="28">
                  <c:v>0.856209</c:v>
                </c:pt>
                <c:pt idx="29">
                  <c:v>0.86851500000000004</c:v>
                </c:pt>
                <c:pt idx="30">
                  <c:v>0.89895000000000003</c:v>
                </c:pt>
                <c:pt idx="31">
                  <c:v>0.91461400000000004</c:v>
                </c:pt>
                <c:pt idx="32">
                  <c:v>0.95457199999999998</c:v>
                </c:pt>
                <c:pt idx="33">
                  <c:v>0.97121999999999997</c:v>
                </c:pt>
                <c:pt idx="34">
                  <c:v>1.0075970000000001</c:v>
                </c:pt>
                <c:pt idx="35">
                  <c:v>1.0426569999999999</c:v>
                </c:pt>
                <c:pt idx="36">
                  <c:v>1.0618460000000001</c:v>
                </c:pt>
                <c:pt idx="37">
                  <c:v>1.1013090000000001</c:v>
                </c:pt>
                <c:pt idx="38">
                  <c:v>1.1180399999999999</c:v>
                </c:pt>
                <c:pt idx="39">
                  <c:v>1.148045</c:v>
                </c:pt>
                <c:pt idx="40">
                  <c:v>1.1702170000000001</c:v>
                </c:pt>
                <c:pt idx="41">
                  <c:v>1.188912</c:v>
                </c:pt>
                <c:pt idx="42">
                  <c:v>1.225082</c:v>
                </c:pt>
                <c:pt idx="43">
                  <c:v>1.261666</c:v>
                </c:pt>
                <c:pt idx="44">
                  <c:v>1.283374</c:v>
                </c:pt>
                <c:pt idx="45">
                  <c:v>1.3220719999999999</c:v>
                </c:pt>
                <c:pt idx="46">
                  <c:v>1.346849</c:v>
                </c:pt>
                <c:pt idx="47">
                  <c:v>1.4005160000000001</c:v>
                </c:pt>
                <c:pt idx="48">
                  <c:v>1.381327</c:v>
                </c:pt>
                <c:pt idx="49">
                  <c:v>1.4250499999999999</c:v>
                </c:pt>
                <c:pt idx="50">
                  <c:v>1.4482489999999999</c:v>
                </c:pt>
                <c:pt idx="51">
                  <c:v>1.4867429999999999</c:v>
                </c:pt>
                <c:pt idx="52">
                  <c:v>1.5132030000000001</c:v>
                </c:pt>
                <c:pt idx="53">
                  <c:v>1.5265660000000001</c:v>
                </c:pt>
                <c:pt idx="54">
                  <c:v>1.5553920000000001</c:v>
                </c:pt>
                <c:pt idx="55">
                  <c:v>1.5878410000000001</c:v>
                </c:pt>
                <c:pt idx="56">
                  <c:v>1.626546</c:v>
                </c:pt>
                <c:pt idx="57">
                  <c:v>1.6628309999999999</c:v>
                </c:pt>
                <c:pt idx="58">
                  <c:v>1.6576150000000001</c:v>
                </c:pt>
                <c:pt idx="59">
                  <c:v>1.6855469999999999</c:v>
                </c:pt>
                <c:pt idx="60">
                  <c:v>1.7081379999999999</c:v>
                </c:pt>
                <c:pt idx="61">
                  <c:v>1.7368760000000001</c:v>
                </c:pt>
                <c:pt idx="62">
                  <c:v>1.7642420000000001</c:v>
                </c:pt>
                <c:pt idx="63">
                  <c:v>1.7858830000000001</c:v>
                </c:pt>
                <c:pt idx="64">
                  <c:v>1.8399589999999999</c:v>
                </c:pt>
                <c:pt idx="65">
                  <c:v>1.8754120000000001</c:v>
                </c:pt>
                <c:pt idx="66">
                  <c:v>1.8713200000000001</c:v>
                </c:pt>
                <c:pt idx="67">
                  <c:v>1.895246</c:v>
                </c:pt>
                <c:pt idx="68">
                  <c:v>1.9418610000000001</c:v>
                </c:pt>
                <c:pt idx="69">
                  <c:v>1.973252</c:v>
                </c:pt>
                <c:pt idx="70">
                  <c:v>2.0045320000000002</c:v>
                </c:pt>
                <c:pt idx="71">
                  <c:v>2.0220470000000001</c:v>
                </c:pt>
                <c:pt idx="72">
                  <c:v>2.042249</c:v>
                </c:pt>
                <c:pt idx="73">
                  <c:v>2.089426</c:v>
                </c:pt>
                <c:pt idx="74">
                  <c:v>2.1049159999999998</c:v>
                </c:pt>
                <c:pt idx="75">
                  <c:v>2.1257190000000001</c:v>
                </c:pt>
                <c:pt idx="76">
                  <c:v>2.154379</c:v>
                </c:pt>
                <c:pt idx="77">
                  <c:v>2.1869160000000001</c:v>
                </c:pt>
                <c:pt idx="78">
                  <c:v>2.2079049999999998</c:v>
                </c:pt>
                <c:pt idx="79">
                  <c:v>2.2378550000000001</c:v>
                </c:pt>
                <c:pt idx="80">
                  <c:v>2.2630330000000001</c:v>
                </c:pt>
                <c:pt idx="81">
                  <c:v>2.312573</c:v>
                </c:pt>
                <c:pt idx="82">
                  <c:v>2.3556339999999998</c:v>
                </c:pt>
                <c:pt idx="83">
                  <c:v>2.3545129999999999</c:v>
                </c:pt>
                <c:pt idx="84">
                  <c:v>2.3825750000000001</c:v>
                </c:pt>
                <c:pt idx="85">
                  <c:v>2.413332</c:v>
                </c:pt>
                <c:pt idx="86">
                  <c:v>2.4302630000000001</c:v>
                </c:pt>
                <c:pt idx="87">
                  <c:v>2.4783559999999998</c:v>
                </c:pt>
                <c:pt idx="88">
                  <c:v>2.469964</c:v>
                </c:pt>
                <c:pt idx="89">
                  <c:v>2.5085999999999999</c:v>
                </c:pt>
                <c:pt idx="90">
                  <c:v>2.5416089999999998</c:v>
                </c:pt>
                <c:pt idx="91">
                  <c:v>2.5440109999999998</c:v>
                </c:pt>
                <c:pt idx="92">
                  <c:v>2.5815039999999998</c:v>
                </c:pt>
                <c:pt idx="93">
                  <c:v>2.6072099999999998</c:v>
                </c:pt>
                <c:pt idx="94">
                  <c:v>2.6601210000000002</c:v>
                </c:pt>
                <c:pt idx="95">
                  <c:v>2.6859350000000002</c:v>
                </c:pt>
                <c:pt idx="96">
                  <c:v>2.688097</c:v>
                </c:pt>
                <c:pt idx="97">
                  <c:v>2.727328</c:v>
                </c:pt>
                <c:pt idx="98">
                  <c:v>2.7668879999999998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9FCA-457D-9EB9-544A1D58B267}"/>
            </c:ext>
          </c:extLst>
        </c:ser>
        <c:ser>
          <c:idx val="4"/>
          <c:order val="4"/>
          <c:tx>
            <c:strRef>
              <c:f>'Exp 1'!$E$1</c:f>
              <c:strCache>
                <c:ptCount val="1"/>
                <c:pt idx="0">
                  <c:v>Threads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'Exp 1'!$A$2:$A$101</c:f>
              <c:numCache>
                <c:formatCode>General</c:formatCode>
                <c:ptCount val="10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  <c:pt idx="20">
                  <c:v>10500000</c:v>
                </c:pt>
                <c:pt idx="21">
                  <c:v>11000000</c:v>
                </c:pt>
                <c:pt idx="22">
                  <c:v>11500000</c:v>
                </c:pt>
                <c:pt idx="23">
                  <c:v>12000000</c:v>
                </c:pt>
                <c:pt idx="24">
                  <c:v>12500000</c:v>
                </c:pt>
                <c:pt idx="25">
                  <c:v>13000000</c:v>
                </c:pt>
                <c:pt idx="26">
                  <c:v>13500000</c:v>
                </c:pt>
                <c:pt idx="27">
                  <c:v>14000000</c:v>
                </c:pt>
                <c:pt idx="28">
                  <c:v>14500000</c:v>
                </c:pt>
                <c:pt idx="29">
                  <c:v>15000000</c:v>
                </c:pt>
                <c:pt idx="30">
                  <c:v>15500000</c:v>
                </c:pt>
                <c:pt idx="31">
                  <c:v>16000000</c:v>
                </c:pt>
                <c:pt idx="32">
                  <c:v>16500000</c:v>
                </c:pt>
                <c:pt idx="33">
                  <c:v>17000000</c:v>
                </c:pt>
                <c:pt idx="34">
                  <c:v>17500000</c:v>
                </c:pt>
                <c:pt idx="35">
                  <c:v>18000000</c:v>
                </c:pt>
                <c:pt idx="36">
                  <c:v>18500000</c:v>
                </c:pt>
                <c:pt idx="37">
                  <c:v>19000000</c:v>
                </c:pt>
                <c:pt idx="38">
                  <c:v>19500000</c:v>
                </c:pt>
                <c:pt idx="39">
                  <c:v>20000000</c:v>
                </c:pt>
                <c:pt idx="40">
                  <c:v>20500000</c:v>
                </c:pt>
                <c:pt idx="41">
                  <c:v>21000000</c:v>
                </c:pt>
                <c:pt idx="42">
                  <c:v>21500000</c:v>
                </c:pt>
                <c:pt idx="43">
                  <c:v>22000000</c:v>
                </c:pt>
                <c:pt idx="44">
                  <c:v>22500000</c:v>
                </c:pt>
                <c:pt idx="45">
                  <c:v>23000000</c:v>
                </c:pt>
                <c:pt idx="46">
                  <c:v>23500000</c:v>
                </c:pt>
                <c:pt idx="47">
                  <c:v>24000000</c:v>
                </c:pt>
                <c:pt idx="48">
                  <c:v>24500000</c:v>
                </c:pt>
                <c:pt idx="49">
                  <c:v>25000000</c:v>
                </c:pt>
                <c:pt idx="50">
                  <c:v>25500000</c:v>
                </c:pt>
                <c:pt idx="51">
                  <c:v>26000000</c:v>
                </c:pt>
                <c:pt idx="52">
                  <c:v>26500000</c:v>
                </c:pt>
                <c:pt idx="53">
                  <c:v>27000000</c:v>
                </c:pt>
                <c:pt idx="54">
                  <c:v>27500000</c:v>
                </c:pt>
                <c:pt idx="55">
                  <c:v>28000000</c:v>
                </c:pt>
                <c:pt idx="56">
                  <c:v>28500000</c:v>
                </c:pt>
                <c:pt idx="57">
                  <c:v>29000000</c:v>
                </c:pt>
                <c:pt idx="58">
                  <c:v>29500000</c:v>
                </c:pt>
                <c:pt idx="59">
                  <c:v>30000000</c:v>
                </c:pt>
                <c:pt idx="60">
                  <c:v>30500000</c:v>
                </c:pt>
                <c:pt idx="61">
                  <c:v>31000000</c:v>
                </c:pt>
                <c:pt idx="62">
                  <c:v>31500000</c:v>
                </c:pt>
                <c:pt idx="63">
                  <c:v>32000000</c:v>
                </c:pt>
                <c:pt idx="64">
                  <c:v>32500000</c:v>
                </c:pt>
                <c:pt idx="65">
                  <c:v>33000000</c:v>
                </c:pt>
                <c:pt idx="66">
                  <c:v>33500000</c:v>
                </c:pt>
                <c:pt idx="67">
                  <c:v>34000000</c:v>
                </c:pt>
                <c:pt idx="68">
                  <c:v>34500000</c:v>
                </c:pt>
                <c:pt idx="69">
                  <c:v>35000000</c:v>
                </c:pt>
                <c:pt idx="70">
                  <c:v>35500000</c:v>
                </c:pt>
                <c:pt idx="71">
                  <c:v>36000000</c:v>
                </c:pt>
                <c:pt idx="72">
                  <c:v>36500000</c:v>
                </c:pt>
                <c:pt idx="73">
                  <c:v>37000000</c:v>
                </c:pt>
                <c:pt idx="74">
                  <c:v>37500000</c:v>
                </c:pt>
                <c:pt idx="75">
                  <c:v>38000000</c:v>
                </c:pt>
                <c:pt idx="76">
                  <c:v>38500000</c:v>
                </c:pt>
                <c:pt idx="77">
                  <c:v>39000000</c:v>
                </c:pt>
                <c:pt idx="78">
                  <c:v>39500000</c:v>
                </c:pt>
                <c:pt idx="79">
                  <c:v>40000000</c:v>
                </c:pt>
                <c:pt idx="80">
                  <c:v>40500000</c:v>
                </c:pt>
                <c:pt idx="81">
                  <c:v>41000000</c:v>
                </c:pt>
                <c:pt idx="82">
                  <c:v>41500000</c:v>
                </c:pt>
                <c:pt idx="83">
                  <c:v>42000000</c:v>
                </c:pt>
                <c:pt idx="84">
                  <c:v>42500000</c:v>
                </c:pt>
                <c:pt idx="85">
                  <c:v>43000000</c:v>
                </c:pt>
                <c:pt idx="86">
                  <c:v>43500000</c:v>
                </c:pt>
                <c:pt idx="87">
                  <c:v>44000000</c:v>
                </c:pt>
                <c:pt idx="88">
                  <c:v>44500000</c:v>
                </c:pt>
                <c:pt idx="89">
                  <c:v>45000000</c:v>
                </c:pt>
                <c:pt idx="90">
                  <c:v>45500000</c:v>
                </c:pt>
                <c:pt idx="91">
                  <c:v>46000000</c:v>
                </c:pt>
                <c:pt idx="92">
                  <c:v>46500000</c:v>
                </c:pt>
                <c:pt idx="93">
                  <c:v>47000000</c:v>
                </c:pt>
                <c:pt idx="94">
                  <c:v>47500000</c:v>
                </c:pt>
                <c:pt idx="95">
                  <c:v>48000000</c:v>
                </c:pt>
                <c:pt idx="96">
                  <c:v>48500000</c:v>
                </c:pt>
                <c:pt idx="97">
                  <c:v>49000000</c:v>
                </c:pt>
                <c:pt idx="98">
                  <c:v>49500000</c:v>
                </c:pt>
                <c:pt idx="99">
                  <c:v>50000000</c:v>
                </c:pt>
              </c:numCache>
            </c:numRef>
          </c:cat>
          <c:val>
            <c:numRef>
              <c:f>'Exp 1'!$E$3:$E$101</c:f>
              <c:numCache>
                <c:formatCode>General</c:formatCode>
                <c:ptCount val="99"/>
                <c:pt idx="0">
                  <c:v>5.3289999999999997E-2</c:v>
                </c:pt>
                <c:pt idx="1">
                  <c:v>7.9217999999999997E-2</c:v>
                </c:pt>
                <c:pt idx="2">
                  <c:v>0.109012</c:v>
                </c:pt>
                <c:pt idx="3">
                  <c:v>0.14522699999999999</c:v>
                </c:pt>
                <c:pt idx="4">
                  <c:v>0.16145100000000001</c:v>
                </c:pt>
                <c:pt idx="5">
                  <c:v>0.196302</c:v>
                </c:pt>
                <c:pt idx="6">
                  <c:v>0.21415300000000001</c:v>
                </c:pt>
                <c:pt idx="7">
                  <c:v>0.25148100000000001</c:v>
                </c:pt>
                <c:pt idx="8">
                  <c:v>0.27489999999999998</c:v>
                </c:pt>
                <c:pt idx="9">
                  <c:v>0.295261</c:v>
                </c:pt>
                <c:pt idx="10">
                  <c:v>0.32780900000000002</c:v>
                </c:pt>
                <c:pt idx="11">
                  <c:v>0.354244</c:v>
                </c:pt>
                <c:pt idx="12">
                  <c:v>0.397424</c:v>
                </c:pt>
                <c:pt idx="13">
                  <c:v>0.39885500000000002</c:v>
                </c:pt>
                <c:pt idx="14">
                  <c:v>0.43803500000000001</c:v>
                </c:pt>
                <c:pt idx="15">
                  <c:v>0.46173799999999998</c:v>
                </c:pt>
                <c:pt idx="16">
                  <c:v>0.49012800000000001</c:v>
                </c:pt>
                <c:pt idx="17">
                  <c:v>0.51591699999999996</c:v>
                </c:pt>
                <c:pt idx="18">
                  <c:v>0.53611399999999998</c:v>
                </c:pt>
                <c:pt idx="19">
                  <c:v>0.56408999999999998</c:v>
                </c:pt>
                <c:pt idx="20">
                  <c:v>0.60104599999999997</c:v>
                </c:pt>
                <c:pt idx="21">
                  <c:v>0.61880000000000002</c:v>
                </c:pt>
                <c:pt idx="22">
                  <c:v>0.64387799999999995</c:v>
                </c:pt>
                <c:pt idx="23">
                  <c:v>0.66903299999999999</c:v>
                </c:pt>
                <c:pt idx="24">
                  <c:v>0.70337400000000005</c:v>
                </c:pt>
                <c:pt idx="25">
                  <c:v>0.72353500000000004</c:v>
                </c:pt>
                <c:pt idx="26">
                  <c:v>0.76117999999999997</c:v>
                </c:pt>
                <c:pt idx="27">
                  <c:v>0.77522400000000002</c:v>
                </c:pt>
                <c:pt idx="28">
                  <c:v>0.80827899999999997</c:v>
                </c:pt>
                <c:pt idx="29">
                  <c:v>0.84438299999999999</c:v>
                </c:pt>
                <c:pt idx="30">
                  <c:v>0.86160499999999995</c:v>
                </c:pt>
                <c:pt idx="31">
                  <c:v>0.89542999999999995</c:v>
                </c:pt>
                <c:pt idx="32">
                  <c:v>0.91664000000000001</c:v>
                </c:pt>
                <c:pt idx="33">
                  <c:v>0.94433100000000003</c:v>
                </c:pt>
                <c:pt idx="34">
                  <c:v>0.96606800000000004</c:v>
                </c:pt>
                <c:pt idx="35">
                  <c:v>0.99819599999999997</c:v>
                </c:pt>
                <c:pt idx="36">
                  <c:v>1.029094</c:v>
                </c:pt>
                <c:pt idx="37">
                  <c:v>1.058076</c:v>
                </c:pt>
                <c:pt idx="38">
                  <c:v>1.0663549999999999</c:v>
                </c:pt>
                <c:pt idx="39">
                  <c:v>1.126058</c:v>
                </c:pt>
                <c:pt idx="40">
                  <c:v>1.138196</c:v>
                </c:pt>
                <c:pt idx="41">
                  <c:v>1.144215</c:v>
                </c:pt>
                <c:pt idx="42">
                  <c:v>1.186728</c:v>
                </c:pt>
                <c:pt idx="43">
                  <c:v>1.2166079999999999</c:v>
                </c:pt>
                <c:pt idx="44">
                  <c:v>1.2366010000000001</c:v>
                </c:pt>
                <c:pt idx="45">
                  <c:v>1.2546079999999999</c:v>
                </c:pt>
                <c:pt idx="46">
                  <c:v>1.2959970000000001</c:v>
                </c:pt>
                <c:pt idx="47">
                  <c:v>1.3118529999999999</c:v>
                </c:pt>
                <c:pt idx="48">
                  <c:v>1.335755</c:v>
                </c:pt>
                <c:pt idx="49">
                  <c:v>1.367164</c:v>
                </c:pt>
                <c:pt idx="50">
                  <c:v>1.406207</c:v>
                </c:pt>
                <c:pt idx="51">
                  <c:v>1.428399</c:v>
                </c:pt>
                <c:pt idx="52">
                  <c:v>1.457174</c:v>
                </c:pt>
                <c:pt idx="53">
                  <c:v>1.4804710000000001</c:v>
                </c:pt>
                <c:pt idx="54">
                  <c:v>1.509018</c:v>
                </c:pt>
                <c:pt idx="55">
                  <c:v>1.5441149999999999</c:v>
                </c:pt>
                <c:pt idx="56">
                  <c:v>1.567728</c:v>
                </c:pt>
                <c:pt idx="57">
                  <c:v>1.585277</c:v>
                </c:pt>
                <c:pt idx="58">
                  <c:v>1.636412</c:v>
                </c:pt>
                <c:pt idx="59">
                  <c:v>1.633589</c:v>
                </c:pt>
                <c:pt idx="60">
                  <c:v>1.6553340000000001</c:v>
                </c:pt>
                <c:pt idx="61">
                  <c:v>1.683122</c:v>
                </c:pt>
                <c:pt idx="62">
                  <c:v>1.702078</c:v>
                </c:pt>
                <c:pt idx="63">
                  <c:v>1.7254179999999999</c:v>
                </c:pt>
                <c:pt idx="64">
                  <c:v>1.765452</c:v>
                </c:pt>
                <c:pt idx="65">
                  <c:v>1.8127899999999999</c:v>
                </c:pt>
                <c:pt idx="66">
                  <c:v>1.837412</c:v>
                </c:pt>
                <c:pt idx="67">
                  <c:v>1.849577</c:v>
                </c:pt>
                <c:pt idx="68">
                  <c:v>1.879203</c:v>
                </c:pt>
                <c:pt idx="69">
                  <c:v>1.884093</c:v>
                </c:pt>
                <c:pt idx="70">
                  <c:v>1.9216150000000001</c:v>
                </c:pt>
                <c:pt idx="71">
                  <c:v>1.975814</c:v>
                </c:pt>
                <c:pt idx="72">
                  <c:v>1.971433</c:v>
                </c:pt>
                <c:pt idx="73">
                  <c:v>1.989989</c:v>
                </c:pt>
                <c:pt idx="74">
                  <c:v>2.0437059999999998</c:v>
                </c:pt>
                <c:pt idx="75">
                  <c:v>2.0536370000000002</c:v>
                </c:pt>
                <c:pt idx="76">
                  <c:v>2.093807</c:v>
                </c:pt>
                <c:pt idx="77">
                  <c:v>2.1350639999999999</c:v>
                </c:pt>
                <c:pt idx="78">
                  <c:v>2.137159</c:v>
                </c:pt>
                <c:pt idx="79">
                  <c:v>2.1433059999999999</c:v>
                </c:pt>
                <c:pt idx="80">
                  <c:v>2.1959080000000002</c:v>
                </c:pt>
                <c:pt idx="81">
                  <c:v>2.2292200000000002</c:v>
                </c:pt>
                <c:pt idx="82">
                  <c:v>2.2653319999999999</c:v>
                </c:pt>
                <c:pt idx="83">
                  <c:v>2.289069</c:v>
                </c:pt>
                <c:pt idx="84">
                  <c:v>2.3017530000000002</c:v>
                </c:pt>
                <c:pt idx="85">
                  <c:v>2.319502</c:v>
                </c:pt>
                <c:pt idx="86">
                  <c:v>2.350749</c:v>
                </c:pt>
                <c:pt idx="87">
                  <c:v>2.3710529999999999</c:v>
                </c:pt>
                <c:pt idx="88">
                  <c:v>2.3860389999999998</c:v>
                </c:pt>
                <c:pt idx="89">
                  <c:v>2.4083920000000001</c:v>
                </c:pt>
                <c:pt idx="90">
                  <c:v>2.4460440000000001</c:v>
                </c:pt>
                <c:pt idx="91">
                  <c:v>2.4663050000000002</c:v>
                </c:pt>
                <c:pt idx="92">
                  <c:v>2.5113159999999999</c:v>
                </c:pt>
                <c:pt idx="93">
                  <c:v>2.5284089999999999</c:v>
                </c:pt>
                <c:pt idx="94">
                  <c:v>2.5605419999999999</c:v>
                </c:pt>
                <c:pt idx="95">
                  <c:v>2.5626820000000001</c:v>
                </c:pt>
                <c:pt idx="96">
                  <c:v>2.6060319999999999</c:v>
                </c:pt>
                <c:pt idx="97">
                  <c:v>2.6376569999999999</c:v>
                </c:pt>
                <c:pt idx="98">
                  <c:v>2.6528800000000001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9FCA-457D-9EB9-544A1D58B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1343168"/>
        <c:axId val="3913441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'Exp 1'!$A$1</c15:sqref>
                        </c15:formulaRef>
                      </c:ext>
                    </c:extLst>
                    <c:strCache>
                      <c:ptCount val="1"/>
                      <c:pt idx="0">
                        <c:v>N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'Exp 1'!$A$2:$A$101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500000</c:v>
                      </c:pt>
                      <c:pt idx="1">
                        <c:v>1000000</c:v>
                      </c:pt>
                      <c:pt idx="2">
                        <c:v>1500000</c:v>
                      </c:pt>
                      <c:pt idx="3">
                        <c:v>2000000</c:v>
                      </c:pt>
                      <c:pt idx="4">
                        <c:v>2500000</c:v>
                      </c:pt>
                      <c:pt idx="5">
                        <c:v>3000000</c:v>
                      </c:pt>
                      <c:pt idx="6">
                        <c:v>3500000</c:v>
                      </c:pt>
                      <c:pt idx="7">
                        <c:v>4000000</c:v>
                      </c:pt>
                      <c:pt idx="8">
                        <c:v>4500000</c:v>
                      </c:pt>
                      <c:pt idx="9">
                        <c:v>5000000</c:v>
                      </c:pt>
                      <c:pt idx="10">
                        <c:v>5500000</c:v>
                      </c:pt>
                      <c:pt idx="11">
                        <c:v>6000000</c:v>
                      </c:pt>
                      <c:pt idx="12">
                        <c:v>6500000</c:v>
                      </c:pt>
                      <c:pt idx="13">
                        <c:v>7000000</c:v>
                      </c:pt>
                      <c:pt idx="14">
                        <c:v>7500000</c:v>
                      </c:pt>
                      <c:pt idx="15">
                        <c:v>8000000</c:v>
                      </c:pt>
                      <c:pt idx="16">
                        <c:v>8500000</c:v>
                      </c:pt>
                      <c:pt idx="17">
                        <c:v>9000000</c:v>
                      </c:pt>
                      <c:pt idx="18">
                        <c:v>9500000</c:v>
                      </c:pt>
                      <c:pt idx="19">
                        <c:v>10000000</c:v>
                      </c:pt>
                      <c:pt idx="20">
                        <c:v>10500000</c:v>
                      </c:pt>
                      <c:pt idx="21">
                        <c:v>11000000</c:v>
                      </c:pt>
                      <c:pt idx="22">
                        <c:v>11500000</c:v>
                      </c:pt>
                      <c:pt idx="23">
                        <c:v>12000000</c:v>
                      </c:pt>
                      <c:pt idx="24">
                        <c:v>12500000</c:v>
                      </c:pt>
                      <c:pt idx="25">
                        <c:v>13000000</c:v>
                      </c:pt>
                      <c:pt idx="26">
                        <c:v>13500000</c:v>
                      </c:pt>
                      <c:pt idx="27">
                        <c:v>14000000</c:v>
                      </c:pt>
                      <c:pt idx="28">
                        <c:v>14500000</c:v>
                      </c:pt>
                      <c:pt idx="29">
                        <c:v>15000000</c:v>
                      </c:pt>
                      <c:pt idx="30">
                        <c:v>15500000</c:v>
                      </c:pt>
                      <c:pt idx="31">
                        <c:v>16000000</c:v>
                      </c:pt>
                      <c:pt idx="32">
                        <c:v>16500000</c:v>
                      </c:pt>
                      <c:pt idx="33">
                        <c:v>17000000</c:v>
                      </c:pt>
                      <c:pt idx="34">
                        <c:v>17500000</c:v>
                      </c:pt>
                      <c:pt idx="35">
                        <c:v>18000000</c:v>
                      </c:pt>
                      <c:pt idx="36">
                        <c:v>18500000</c:v>
                      </c:pt>
                      <c:pt idx="37">
                        <c:v>19000000</c:v>
                      </c:pt>
                      <c:pt idx="38">
                        <c:v>19500000</c:v>
                      </c:pt>
                      <c:pt idx="39">
                        <c:v>20000000</c:v>
                      </c:pt>
                      <c:pt idx="40">
                        <c:v>20500000</c:v>
                      </c:pt>
                      <c:pt idx="41">
                        <c:v>21000000</c:v>
                      </c:pt>
                      <c:pt idx="42">
                        <c:v>21500000</c:v>
                      </c:pt>
                      <c:pt idx="43">
                        <c:v>22000000</c:v>
                      </c:pt>
                      <c:pt idx="44">
                        <c:v>22500000</c:v>
                      </c:pt>
                      <c:pt idx="45">
                        <c:v>23000000</c:v>
                      </c:pt>
                      <c:pt idx="46">
                        <c:v>23500000</c:v>
                      </c:pt>
                      <c:pt idx="47">
                        <c:v>24000000</c:v>
                      </c:pt>
                      <c:pt idx="48">
                        <c:v>24500000</c:v>
                      </c:pt>
                      <c:pt idx="49">
                        <c:v>25000000</c:v>
                      </c:pt>
                      <c:pt idx="50">
                        <c:v>25500000</c:v>
                      </c:pt>
                      <c:pt idx="51">
                        <c:v>26000000</c:v>
                      </c:pt>
                      <c:pt idx="52">
                        <c:v>26500000</c:v>
                      </c:pt>
                      <c:pt idx="53">
                        <c:v>27000000</c:v>
                      </c:pt>
                      <c:pt idx="54">
                        <c:v>27500000</c:v>
                      </c:pt>
                      <c:pt idx="55">
                        <c:v>28000000</c:v>
                      </c:pt>
                      <c:pt idx="56">
                        <c:v>28500000</c:v>
                      </c:pt>
                      <c:pt idx="57">
                        <c:v>29000000</c:v>
                      </c:pt>
                      <c:pt idx="58">
                        <c:v>29500000</c:v>
                      </c:pt>
                      <c:pt idx="59">
                        <c:v>30000000</c:v>
                      </c:pt>
                      <c:pt idx="60">
                        <c:v>30500000</c:v>
                      </c:pt>
                      <c:pt idx="61">
                        <c:v>31000000</c:v>
                      </c:pt>
                      <c:pt idx="62">
                        <c:v>31500000</c:v>
                      </c:pt>
                      <c:pt idx="63">
                        <c:v>32000000</c:v>
                      </c:pt>
                      <c:pt idx="64">
                        <c:v>32500000</c:v>
                      </c:pt>
                      <c:pt idx="65">
                        <c:v>33000000</c:v>
                      </c:pt>
                      <c:pt idx="66">
                        <c:v>33500000</c:v>
                      </c:pt>
                      <c:pt idx="67">
                        <c:v>34000000</c:v>
                      </c:pt>
                      <c:pt idx="68">
                        <c:v>34500000</c:v>
                      </c:pt>
                      <c:pt idx="69">
                        <c:v>35000000</c:v>
                      </c:pt>
                      <c:pt idx="70">
                        <c:v>35500000</c:v>
                      </c:pt>
                      <c:pt idx="71">
                        <c:v>36000000</c:v>
                      </c:pt>
                      <c:pt idx="72">
                        <c:v>36500000</c:v>
                      </c:pt>
                      <c:pt idx="73">
                        <c:v>37000000</c:v>
                      </c:pt>
                      <c:pt idx="74">
                        <c:v>37500000</c:v>
                      </c:pt>
                      <c:pt idx="75">
                        <c:v>38000000</c:v>
                      </c:pt>
                      <c:pt idx="76">
                        <c:v>38500000</c:v>
                      </c:pt>
                      <c:pt idx="77">
                        <c:v>39000000</c:v>
                      </c:pt>
                      <c:pt idx="78">
                        <c:v>39500000</c:v>
                      </c:pt>
                      <c:pt idx="79">
                        <c:v>40000000</c:v>
                      </c:pt>
                      <c:pt idx="80">
                        <c:v>40500000</c:v>
                      </c:pt>
                      <c:pt idx="81">
                        <c:v>41000000</c:v>
                      </c:pt>
                      <c:pt idx="82">
                        <c:v>41500000</c:v>
                      </c:pt>
                      <c:pt idx="83">
                        <c:v>42000000</c:v>
                      </c:pt>
                      <c:pt idx="84">
                        <c:v>42500000</c:v>
                      </c:pt>
                      <c:pt idx="85">
                        <c:v>43000000</c:v>
                      </c:pt>
                      <c:pt idx="86">
                        <c:v>43500000</c:v>
                      </c:pt>
                      <c:pt idx="87">
                        <c:v>44000000</c:v>
                      </c:pt>
                      <c:pt idx="88">
                        <c:v>44500000</c:v>
                      </c:pt>
                      <c:pt idx="89">
                        <c:v>45000000</c:v>
                      </c:pt>
                      <c:pt idx="90">
                        <c:v>45500000</c:v>
                      </c:pt>
                      <c:pt idx="91">
                        <c:v>46000000</c:v>
                      </c:pt>
                      <c:pt idx="92">
                        <c:v>46500000</c:v>
                      </c:pt>
                      <c:pt idx="93">
                        <c:v>47000000</c:v>
                      </c:pt>
                      <c:pt idx="94">
                        <c:v>47500000</c:v>
                      </c:pt>
                      <c:pt idx="95">
                        <c:v>48000000</c:v>
                      </c:pt>
                      <c:pt idx="96">
                        <c:v>48500000</c:v>
                      </c:pt>
                      <c:pt idx="97">
                        <c:v>49000000</c:v>
                      </c:pt>
                      <c:pt idx="98">
                        <c:v>49500000</c:v>
                      </c:pt>
                      <c:pt idx="99">
                        <c:v>50000000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'Exp 1'!$A$3:$A$101</c15:sqref>
                        </c15:formulaRef>
                      </c:ext>
                    </c:extLst>
                    <c:numCache>
                      <c:formatCode>General</c:formatCode>
                      <c:ptCount val="99"/>
                      <c:pt idx="0">
                        <c:v>1000000</c:v>
                      </c:pt>
                      <c:pt idx="1">
                        <c:v>1500000</c:v>
                      </c:pt>
                      <c:pt idx="2">
                        <c:v>2000000</c:v>
                      </c:pt>
                      <c:pt idx="3">
                        <c:v>2500000</c:v>
                      </c:pt>
                      <c:pt idx="4">
                        <c:v>3000000</c:v>
                      </c:pt>
                      <c:pt idx="5">
                        <c:v>3500000</c:v>
                      </c:pt>
                      <c:pt idx="6">
                        <c:v>4000000</c:v>
                      </c:pt>
                      <c:pt idx="7">
                        <c:v>4500000</c:v>
                      </c:pt>
                      <c:pt idx="8">
                        <c:v>5000000</c:v>
                      </c:pt>
                      <c:pt idx="9">
                        <c:v>5500000</c:v>
                      </c:pt>
                      <c:pt idx="10">
                        <c:v>6000000</c:v>
                      </c:pt>
                      <c:pt idx="11">
                        <c:v>6500000</c:v>
                      </c:pt>
                      <c:pt idx="12">
                        <c:v>7000000</c:v>
                      </c:pt>
                      <c:pt idx="13">
                        <c:v>7500000</c:v>
                      </c:pt>
                      <c:pt idx="14">
                        <c:v>8000000</c:v>
                      </c:pt>
                      <c:pt idx="15">
                        <c:v>8500000</c:v>
                      </c:pt>
                      <c:pt idx="16">
                        <c:v>9000000</c:v>
                      </c:pt>
                      <c:pt idx="17">
                        <c:v>9500000</c:v>
                      </c:pt>
                      <c:pt idx="18">
                        <c:v>10000000</c:v>
                      </c:pt>
                      <c:pt idx="19">
                        <c:v>10500000</c:v>
                      </c:pt>
                      <c:pt idx="20">
                        <c:v>11000000</c:v>
                      </c:pt>
                      <c:pt idx="21">
                        <c:v>11500000</c:v>
                      </c:pt>
                      <c:pt idx="22">
                        <c:v>12000000</c:v>
                      </c:pt>
                      <c:pt idx="23">
                        <c:v>12500000</c:v>
                      </c:pt>
                      <c:pt idx="24">
                        <c:v>13000000</c:v>
                      </c:pt>
                      <c:pt idx="25">
                        <c:v>13500000</c:v>
                      </c:pt>
                      <c:pt idx="26">
                        <c:v>14000000</c:v>
                      </c:pt>
                      <c:pt idx="27">
                        <c:v>14500000</c:v>
                      </c:pt>
                      <c:pt idx="28">
                        <c:v>15000000</c:v>
                      </c:pt>
                      <c:pt idx="29">
                        <c:v>15500000</c:v>
                      </c:pt>
                      <c:pt idx="30">
                        <c:v>16000000</c:v>
                      </c:pt>
                      <c:pt idx="31">
                        <c:v>16500000</c:v>
                      </c:pt>
                      <c:pt idx="32">
                        <c:v>17000000</c:v>
                      </c:pt>
                      <c:pt idx="33">
                        <c:v>17500000</c:v>
                      </c:pt>
                      <c:pt idx="34">
                        <c:v>18000000</c:v>
                      </c:pt>
                      <c:pt idx="35">
                        <c:v>18500000</c:v>
                      </c:pt>
                      <c:pt idx="36">
                        <c:v>19000000</c:v>
                      </c:pt>
                      <c:pt idx="37">
                        <c:v>19500000</c:v>
                      </c:pt>
                      <c:pt idx="38">
                        <c:v>20000000</c:v>
                      </c:pt>
                      <c:pt idx="39">
                        <c:v>20500000</c:v>
                      </c:pt>
                      <c:pt idx="40">
                        <c:v>21000000</c:v>
                      </c:pt>
                      <c:pt idx="41">
                        <c:v>21500000</c:v>
                      </c:pt>
                      <c:pt idx="42">
                        <c:v>22000000</c:v>
                      </c:pt>
                      <c:pt idx="43">
                        <c:v>22500000</c:v>
                      </c:pt>
                      <c:pt idx="44">
                        <c:v>23000000</c:v>
                      </c:pt>
                      <c:pt idx="45">
                        <c:v>23500000</c:v>
                      </c:pt>
                      <c:pt idx="46">
                        <c:v>24000000</c:v>
                      </c:pt>
                      <c:pt idx="47">
                        <c:v>24500000</c:v>
                      </c:pt>
                      <c:pt idx="48">
                        <c:v>25000000</c:v>
                      </c:pt>
                      <c:pt idx="49">
                        <c:v>25500000</c:v>
                      </c:pt>
                      <c:pt idx="50">
                        <c:v>26000000</c:v>
                      </c:pt>
                      <c:pt idx="51">
                        <c:v>26500000</c:v>
                      </c:pt>
                      <c:pt idx="52">
                        <c:v>27000000</c:v>
                      </c:pt>
                      <c:pt idx="53">
                        <c:v>27500000</c:v>
                      </c:pt>
                      <c:pt idx="54">
                        <c:v>28000000</c:v>
                      </c:pt>
                      <c:pt idx="55">
                        <c:v>28500000</c:v>
                      </c:pt>
                      <c:pt idx="56">
                        <c:v>29000000</c:v>
                      </c:pt>
                      <c:pt idx="57">
                        <c:v>29500000</c:v>
                      </c:pt>
                      <c:pt idx="58">
                        <c:v>30000000</c:v>
                      </c:pt>
                      <c:pt idx="59">
                        <c:v>30500000</c:v>
                      </c:pt>
                      <c:pt idx="60">
                        <c:v>31000000</c:v>
                      </c:pt>
                      <c:pt idx="61">
                        <c:v>31500000</c:v>
                      </c:pt>
                      <c:pt idx="62">
                        <c:v>32000000</c:v>
                      </c:pt>
                      <c:pt idx="63">
                        <c:v>32500000</c:v>
                      </c:pt>
                      <c:pt idx="64">
                        <c:v>33000000</c:v>
                      </c:pt>
                      <c:pt idx="65">
                        <c:v>33500000</c:v>
                      </c:pt>
                      <c:pt idx="66">
                        <c:v>34000000</c:v>
                      </c:pt>
                      <c:pt idx="67">
                        <c:v>34500000</c:v>
                      </c:pt>
                      <c:pt idx="68">
                        <c:v>35000000</c:v>
                      </c:pt>
                      <c:pt idx="69">
                        <c:v>35500000</c:v>
                      </c:pt>
                      <c:pt idx="70">
                        <c:v>36000000</c:v>
                      </c:pt>
                      <c:pt idx="71">
                        <c:v>36500000</c:v>
                      </c:pt>
                      <c:pt idx="72">
                        <c:v>37000000</c:v>
                      </c:pt>
                      <c:pt idx="73">
                        <c:v>37500000</c:v>
                      </c:pt>
                      <c:pt idx="74">
                        <c:v>38000000</c:v>
                      </c:pt>
                      <c:pt idx="75">
                        <c:v>38500000</c:v>
                      </c:pt>
                      <c:pt idx="76">
                        <c:v>39000000</c:v>
                      </c:pt>
                      <c:pt idx="77">
                        <c:v>39500000</c:v>
                      </c:pt>
                      <c:pt idx="78">
                        <c:v>40000000</c:v>
                      </c:pt>
                      <c:pt idx="79">
                        <c:v>40500000</c:v>
                      </c:pt>
                      <c:pt idx="80">
                        <c:v>41000000</c:v>
                      </c:pt>
                      <c:pt idx="81">
                        <c:v>41500000</c:v>
                      </c:pt>
                      <c:pt idx="82">
                        <c:v>42000000</c:v>
                      </c:pt>
                      <c:pt idx="83">
                        <c:v>42500000</c:v>
                      </c:pt>
                      <c:pt idx="84">
                        <c:v>43000000</c:v>
                      </c:pt>
                      <c:pt idx="85">
                        <c:v>43500000</c:v>
                      </c:pt>
                      <c:pt idx="86">
                        <c:v>44000000</c:v>
                      </c:pt>
                      <c:pt idx="87">
                        <c:v>44500000</c:v>
                      </c:pt>
                      <c:pt idx="88">
                        <c:v>45000000</c:v>
                      </c:pt>
                      <c:pt idx="89">
                        <c:v>45500000</c:v>
                      </c:pt>
                      <c:pt idx="90">
                        <c:v>46000000</c:v>
                      </c:pt>
                      <c:pt idx="91">
                        <c:v>46500000</c:v>
                      </c:pt>
                      <c:pt idx="92">
                        <c:v>47000000</c:v>
                      </c:pt>
                      <c:pt idx="93">
                        <c:v>47500000</c:v>
                      </c:pt>
                      <c:pt idx="94">
                        <c:v>48000000</c:v>
                      </c:pt>
                      <c:pt idx="95">
                        <c:v>48500000</c:v>
                      </c:pt>
                      <c:pt idx="96">
                        <c:v>49000000</c:v>
                      </c:pt>
                      <c:pt idx="97">
                        <c:v>49500000</c:v>
                      </c:pt>
                      <c:pt idx="98">
                        <c:v>50000000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CA-457D-9EB9-544A1D58B267}"/>
                  </c:ext>
                </c:extLst>
              </c15:ser>
            </c15:filteredLineSeries>
          </c:ext>
        </c:extLst>
      </c:lineChart>
      <c:catAx>
        <c:axId val="391343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44128"/>
        <c:crosses val="autoZero"/>
        <c:auto val="1"/>
        <c:lblAlgn val="ctr"/>
        <c:lblOffset val="100"/>
        <c:noMultiLvlLbl val="0"/>
      </c:catAx>
      <c:valAx>
        <c:axId val="391344128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43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Fixed 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'Exp 2'!$B$1</c:f>
              <c:strCache>
                <c:ptCount val="1"/>
                <c:pt idx="0">
                  <c:v>Sequential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'Exp 2'!$B$2:$B$25</c:f>
              <c:numCache>
                <c:formatCode>General</c:formatCode>
                <c:ptCount val="24"/>
                <c:pt idx="0">
                  <c:v>0.28225299999999998</c:v>
                </c:pt>
                <c:pt idx="1">
                  <c:v>0.28156799999999998</c:v>
                </c:pt>
                <c:pt idx="2">
                  <c:v>0.28218577083333302</c:v>
                </c:pt>
                <c:pt idx="3">
                  <c:v>0.28072900000000001</c:v>
                </c:pt>
                <c:pt idx="4">
                  <c:v>0.28165600000000002</c:v>
                </c:pt>
                <c:pt idx="5">
                  <c:v>0.28201599999999999</c:v>
                </c:pt>
                <c:pt idx="6">
                  <c:v>0.28221099999999999</c:v>
                </c:pt>
                <c:pt idx="7">
                  <c:v>0.28252300000000002</c:v>
                </c:pt>
                <c:pt idx="8">
                  <c:v>0.28204899999999999</c:v>
                </c:pt>
                <c:pt idx="9">
                  <c:v>0.28205000000000002</c:v>
                </c:pt>
                <c:pt idx="10">
                  <c:v>0.28207700000000002</c:v>
                </c:pt>
                <c:pt idx="11">
                  <c:v>0.28183900000000001</c:v>
                </c:pt>
                <c:pt idx="12">
                  <c:v>0.282414</c:v>
                </c:pt>
                <c:pt idx="13">
                  <c:v>0.28236800000000001</c:v>
                </c:pt>
                <c:pt idx="14">
                  <c:v>0.28185300000000002</c:v>
                </c:pt>
                <c:pt idx="15">
                  <c:v>0.281804</c:v>
                </c:pt>
                <c:pt idx="16">
                  <c:v>0.28081200000000001</c:v>
                </c:pt>
                <c:pt idx="17">
                  <c:v>0.28087420000000002</c:v>
                </c:pt>
                <c:pt idx="18">
                  <c:v>0.28079599999999999</c:v>
                </c:pt>
                <c:pt idx="19">
                  <c:v>0.281275</c:v>
                </c:pt>
                <c:pt idx="20">
                  <c:v>0.280642</c:v>
                </c:pt>
                <c:pt idx="21">
                  <c:v>0.28025299999999997</c:v>
                </c:pt>
                <c:pt idx="22">
                  <c:v>0.28026899999999999</c:v>
                </c:pt>
                <c:pt idx="23">
                  <c:v>0.28142800000000001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84-4F96-9541-99F663C8D14B}"/>
            </c:ext>
          </c:extLst>
        </c:ser>
        <c:ser>
          <c:idx val="2"/>
          <c:order val="2"/>
          <c:tx>
            <c:strRef>
              <c:f>'Exp 2'!$C$1</c:f>
              <c:strCache>
                <c:ptCount val="1"/>
                <c:pt idx="0">
                  <c:v>Pipes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'Exp 2'!$C$2:$C$25</c:f>
              <c:numCache>
                <c:formatCode>General</c:formatCode>
                <c:ptCount val="24"/>
                <c:pt idx="0">
                  <c:v>0.28263300000000002</c:v>
                </c:pt>
                <c:pt idx="1">
                  <c:v>0.27790500000000001</c:v>
                </c:pt>
                <c:pt idx="2">
                  <c:v>0.27591399999999999</c:v>
                </c:pt>
                <c:pt idx="3">
                  <c:v>0.27645399999999998</c:v>
                </c:pt>
                <c:pt idx="4">
                  <c:v>0.27756500000000001</c:v>
                </c:pt>
                <c:pt idx="5">
                  <c:v>0.27786499999999997</c:v>
                </c:pt>
                <c:pt idx="6">
                  <c:v>0.278115</c:v>
                </c:pt>
                <c:pt idx="7">
                  <c:v>0.278285</c:v>
                </c:pt>
                <c:pt idx="8">
                  <c:v>0.27588400000000002</c:v>
                </c:pt>
                <c:pt idx="9">
                  <c:v>0.27787800000000001</c:v>
                </c:pt>
                <c:pt idx="10">
                  <c:v>0.27984500000000001</c:v>
                </c:pt>
                <c:pt idx="11">
                  <c:v>0.277924</c:v>
                </c:pt>
                <c:pt idx="12">
                  <c:v>0.27978599999999998</c:v>
                </c:pt>
                <c:pt idx="13">
                  <c:v>0.28027200000000002</c:v>
                </c:pt>
                <c:pt idx="14">
                  <c:v>0.28288000000000002</c:v>
                </c:pt>
                <c:pt idx="15">
                  <c:v>0.282138</c:v>
                </c:pt>
                <c:pt idx="16">
                  <c:v>0.28079599999999999</c:v>
                </c:pt>
                <c:pt idx="17">
                  <c:v>0.279777</c:v>
                </c:pt>
                <c:pt idx="18">
                  <c:v>0.28098299999999998</c:v>
                </c:pt>
                <c:pt idx="19">
                  <c:v>0.279636</c:v>
                </c:pt>
                <c:pt idx="20">
                  <c:v>0.281333</c:v>
                </c:pt>
                <c:pt idx="21">
                  <c:v>0.28220499999999998</c:v>
                </c:pt>
                <c:pt idx="22">
                  <c:v>0.28246599999999999</c:v>
                </c:pt>
                <c:pt idx="23">
                  <c:v>0.281248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84-4F96-9541-99F663C8D14B}"/>
            </c:ext>
          </c:extLst>
        </c:ser>
        <c:ser>
          <c:idx val="3"/>
          <c:order val="3"/>
          <c:tx>
            <c:strRef>
              <c:f>'Exp 2'!$D$1</c:f>
              <c:strCache>
                <c:ptCount val="1"/>
                <c:pt idx="0">
                  <c:v>MMap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'Exp 2'!$D$2:$D$25</c:f>
              <c:numCache>
                <c:formatCode>General</c:formatCode>
                <c:ptCount val="24"/>
                <c:pt idx="0">
                  <c:v>0.28223799999999999</c:v>
                </c:pt>
                <c:pt idx="1">
                  <c:v>0.27848699999999998</c:v>
                </c:pt>
                <c:pt idx="2">
                  <c:v>0.27849000000000002</c:v>
                </c:pt>
                <c:pt idx="3">
                  <c:v>0.278005</c:v>
                </c:pt>
                <c:pt idx="4">
                  <c:v>0.27478799999999998</c:v>
                </c:pt>
                <c:pt idx="5">
                  <c:v>0.27620400000000001</c:v>
                </c:pt>
                <c:pt idx="6">
                  <c:v>0.27620299999999998</c:v>
                </c:pt>
                <c:pt idx="7">
                  <c:v>0.27633099999999999</c:v>
                </c:pt>
                <c:pt idx="8">
                  <c:v>0.27407999999999999</c:v>
                </c:pt>
                <c:pt idx="9">
                  <c:v>0.27826000000000001</c:v>
                </c:pt>
                <c:pt idx="10">
                  <c:v>0.27804800000000002</c:v>
                </c:pt>
                <c:pt idx="11">
                  <c:v>0.27988499999999999</c:v>
                </c:pt>
                <c:pt idx="12">
                  <c:v>0.279366</c:v>
                </c:pt>
                <c:pt idx="13">
                  <c:v>0.28143699999999999</c:v>
                </c:pt>
                <c:pt idx="14">
                  <c:v>0.28143299999999999</c:v>
                </c:pt>
                <c:pt idx="15">
                  <c:v>0.28029399999999999</c:v>
                </c:pt>
                <c:pt idx="16">
                  <c:v>0.278256</c:v>
                </c:pt>
                <c:pt idx="17">
                  <c:v>0.27795700000000001</c:v>
                </c:pt>
                <c:pt idx="18">
                  <c:v>0.27789399999999997</c:v>
                </c:pt>
                <c:pt idx="19">
                  <c:v>0.27739000000000003</c:v>
                </c:pt>
                <c:pt idx="20">
                  <c:v>0.27824100000000002</c:v>
                </c:pt>
                <c:pt idx="21">
                  <c:v>0.2777</c:v>
                </c:pt>
                <c:pt idx="22">
                  <c:v>0.28068500000000002</c:v>
                </c:pt>
                <c:pt idx="23">
                  <c:v>0.278449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84-4F96-9541-99F663C8D14B}"/>
            </c:ext>
          </c:extLst>
        </c:ser>
        <c:ser>
          <c:idx val="4"/>
          <c:order val="4"/>
          <c:tx>
            <c:strRef>
              <c:f>'Exp 2'!$E$1</c:f>
              <c:strCache>
                <c:ptCount val="1"/>
                <c:pt idx="0">
                  <c:v>Threads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'Exp 2'!$E$2:$E$25</c:f>
              <c:numCache>
                <c:formatCode>General</c:formatCode>
                <c:ptCount val="24"/>
                <c:pt idx="0">
                  <c:v>0.28157900000000002</c:v>
                </c:pt>
                <c:pt idx="1">
                  <c:v>0.27211200000000002</c:v>
                </c:pt>
                <c:pt idx="2">
                  <c:v>0.27316099999999999</c:v>
                </c:pt>
                <c:pt idx="3">
                  <c:v>0.27377899999999999</c:v>
                </c:pt>
                <c:pt idx="4">
                  <c:v>0.27332200000000001</c:v>
                </c:pt>
                <c:pt idx="5">
                  <c:v>0.27370899999999998</c:v>
                </c:pt>
                <c:pt idx="6">
                  <c:v>0.27446399999999999</c:v>
                </c:pt>
                <c:pt idx="7">
                  <c:v>0.27331</c:v>
                </c:pt>
                <c:pt idx="8">
                  <c:v>0.27202599999999999</c:v>
                </c:pt>
                <c:pt idx="9">
                  <c:v>0.27495700000000001</c:v>
                </c:pt>
                <c:pt idx="10">
                  <c:v>0.27425500000000003</c:v>
                </c:pt>
                <c:pt idx="11">
                  <c:v>0.27397199999999999</c:v>
                </c:pt>
                <c:pt idx="12">
                  <c:v>0.27804299999999998</c:v>
                </c:pt>
                <c:pt idx="13">
                  <c:v>0.27741900000000003</c:v>
                </c:pt>
                <c:pt idx="14">
                  <c:v>0.27903299999999998</c:v>
                </c:pt>
                <c:pt idx="15">
                  <c:v>0.27724700000000002</c:v>
                </c:pt>
                <c:pt idx="16">
                  <c:v>0.27668799999999999</c:v>
                </c:pt>
                <c:pt idx="17">
                  <c:v>0.27668599999999999</c:v>
                </c:pt>
                <c:pt idx="18">
                  <c:v>0.27655200000000002</c:v>
                </c:pt>
                <c:pt idx="19">
                  <c:v>0.27630900000000003</c:v>
                </c:pt>
                <c:pt idx="20">
                  <c:v>0.27530300000000002</c:v>
                </c:pt>
                <c:pt idx="21">
                  <c:v>0.275258</c:v>
                </c:pt>
                <c:pt idx="22">
                  <c:v>0.27519100000000002</c:v>
                </c:pt>
                <c:pt idx="23">
                  <c:v>0.27677800000000002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184-4F96-9541-99F663C8D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601552"/>
        <c:axId val="326121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'Exp 2'!$A$1</c15:sqref>
                        </c15:formulaRef>
                      </c:ext>
                    </c:extLst>
                    <c:strCache>
                      <c:ptCount val="1"/>
                      <c:pt idx="0">
                        <c:v>n_proc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'Exp 2'!$A$2:$A$25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C184-4F96-9541-99F663C8D14B}"/>
                  </c:ext>
                </c:extLst>
              </c15:ser>
            </c15:filteredLineSeries>
          </c:ext>
        </c:extLst>
      </c:lineChart>
      <c:catAx>
        <c:axId val="326015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n_proc/n_thread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12112"/>
        <c:crosses val="autoZero"/>
        <c:auto val="1"/>
        <c:lblAlgn val="ctr"/>
        <c:lblOffset val="100"/>
        <c:noMultiLvlLbl val="0"/>
      </c:catAx>
      <c:valAx>
        <c:axId val="32612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01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5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D66A-C3DB-8F81-534F-5CA03CCB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E6A3C-A6A2-7A9A-CC92-2582F4B3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BAAFA-C636-F96B-C1B4-207FBBCE0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407B9-BCEE-A3E0-2C6F-3A920AD45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24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BBE2-7578-9BEB-14BD-464DB3AC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27920-DE4C-B486-AD25-3E213424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31FEF-273E-9FF7-5447-19A6D6A8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025C-3118-B675-5E42-3686485C2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2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0AAE-FA9A-FDB0-4A16-749EDB27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5AD14-EF20-ED17-2BB2-CBA9602CC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5125E-80DD-71CF-C480-94F05DB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E490-0CB9-E9AC-F442-0B6B3B3EB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09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03B4-A01E-CE00-AA03-31D2D34D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6675A-F3EB-4D87-5A73-CA73A2C81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4D731-1EDA-919B-CBA6-BC50CDAF5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F06EF-CA1D-7117-3E1B-F11E9F77A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2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2CBC-4E44-33B0-C480-E182BB6A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F4F77-79FA-1FF1-315D-DDA01CB71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FB332-1523-E3CE-DFC1-5D3C04AB5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2F444-510A-DB86-37C8-25702CB0E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51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36CC-52C7-E865-03BC-1C2C9F48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7008B-5123-B4BD-1A71-39839D300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F7F8E-DCFF-118C-885E-A69143081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BF49-A31E-9FA3-E097-3D6EE0109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87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A6BB-BCDD-90CB-DCE5-D095440B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A5009-DD09-FF97-3932-A8CE4C9D2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83FC9-1E3F-5EF0-A6F2-849EB2FA8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0EEA2-1AFC-2142-8E7B-E474B0A7C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4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9E7E-9A34-D3F4-38F1-42EE5067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B65E7-93FB-6180-3FB0-12C84A28B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90E65-3E8F-8C1A-9C39-D2DD0B3D4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357F-7248-309D-4FC3-86C9FB973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95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CF95-0FFF-AF7E-D63B-A342C012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31A08-1589-DFE0-DF70-6E0B5677F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6F86F-BACD-6D2A-D2D5-A49398FF7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6E4E8-6CE6-07EE-B311-373B9954E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80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F5A7-A541-300A-1F24-A2634015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33D75-3FDA-4445-8C5B-77F23074F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8953A-C582-5D8C-353E-E2F02981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E1D88-728E-A6B2-484C-B3F8EA573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492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6808-B2AF-E4AE-3550-8F695D75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9D691-9EF1-5EC9-5DCA-A18F43077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FE3AB-E1B3-9739-EB1F-4CEAACB5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C930-0456-7D5A-5667-F62D0C24B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46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5E28-9120-0541-E408-8A8D0486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504F6-CAE7-D386-EAAB-384FD90F8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A4C6F-0729-8B95-E7CA-D90EE5412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25AB-CEE7-598C-8002-5974DBF4C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10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D90F-A8A8-C6EB-FAA7-9D68F726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191E1-98C1-E2ED-26DC-546423C1E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92794-1B4B-C01E-AA1B-A20223634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5B037-D931-003C-6854-DC530A728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339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EC77-58BF-C13A-19A4-F7BAFE2B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112A7-32B2-7703-C582-E2E1B3000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7289E-051A-625B-57D3-BB7F3565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8BA92-3CAC-BEE0-FFE2-6260CC630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1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D3561">
              <a:alpha val="60000"/>
            </a:srgbClr>
          </a:solidFill>
          <a:ln w="12700">
            <a:solidFill>
              <a:srgbClr val="2D35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4F8EF7">
              <a:alpha val="30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Lab Project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via Shared Memory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POSIX Threads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mmap_compute  ·  threads_compute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Emad Abu Zahra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" y="1874520"/>
            <a:ext cx="3657600" cy="0"/>
          </a:xfrm>
          <a:prstGeom prst="line">
            <a:avLst/>
          </a:prstGeom>
          <a:noFill/>
          <a:ln w="12700">
            <a:solidFill>
              <a:srgbClr val="E0E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mmap_compute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threads_compute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parse.h (read_numbers_ul)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compute.h (ulfunc_t type)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test_correctness.c for all 4 functions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correctness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0233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1874520"/>
            <a:ext cx="3657600" cy="0"/>
          </a:xfrm>
          <a:prstGeom prst="line">
            <a:avLst/>
          </a:prstGeom>
          <a:noFill/>
          <a:ln w="12700">
            <a:solidFill>
              <a:srgbClr val="E0E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993392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7550E9F-D30B-F08A-054A-E036FBD0C477}"/>
              </a:ext>
            </a:extLst>
          </p:cNvPr>
          <p:cNvSpPr/>
          <p:nvPr/>
        </p:nvSpPr>
        <p:spPr>
          <a:xfrm>
            <a:off x="5047488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Experiment_1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Experiment_2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both experiments and extracted results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sequential and parallel compute to match the new input function requirements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mmap() – Inputs &amp; Outputs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0D1117"/>
          </a:solidFill>
          <a:ln w="1905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*mmap(void *addr, size_t length, int prot, int flags, int fd, off_t offset);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27632"/>
          <a:ext cx="8595360" cy="230428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 address for the mapping (NULL = kernel decides)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size_t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bytes to 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PROT_READ | PROT_WRITE — read/write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MAP_SHARED | MAP_ANONYMOUS — shared, no file backing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when MAP_ANONYMOUS is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off_t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when MAP_ANONYMOUS is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</a:t>
            </a: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mapped memory region, or </a:t>
            </a:r>
            <a:r>
              <a:rPr lang="en-US" sz="1300" b="1" dirty="0">
                <a:solidFill>
                  <a:srgbClr val="FFA5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MAP_FAILED</a:t>
            </a: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error.  Release with </a:t>
            </a: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munmap(ptr, length)</a:t>
            </a: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mmap_compute – Description &amp; Pseudo-code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49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7490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mmap_compute(
  const char *filepath,
  int n_proc,
  ulfunc_t f 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</a:t>
            </a:r>
            <a:r>
              <a:rPr lang="en-US" sz="11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</a:t>
            </a: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write partial results into a MAP_SHARED region — no pipes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466344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960120"/>
            <a:ext cx="466344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033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nums[] from file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Clamp n_proc ≤ count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mmap partials[n_proc]  ← shared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FOR i = 0 to n_proc-1: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start = i * chunk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 = start + chunk - 1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last: end += remainder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FFA5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FORK child i: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partial = f(nums[start..end])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partials[i] = partial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EXIT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WAIT for all children</a:t>
            </a:r>
            <a:endParaRPr lang="en-US" sz="1080" dirty="0"/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result = partials[0]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 to n_proc-1: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result = f((int)result, (int)partials[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munmap → return result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threads_compute – Description &amp; Pseudo-code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49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74904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threads_compute(
  const char *filepath,
  int n_threads,
  ulfunc_t f 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</a:t>
            </a: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All threads share nums[] (read-only).
Each thread writes only to its own partials[i] — no mutex needed.
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forking, no pipes, no mmap. Threads communicate via regular array slots.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466344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960120"/>
            <a:ext cx="46634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033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nums[] from file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Clamp n_threads ≤ count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Allocate partials[n_threads]</a:t>
            </a:r>
            <a:endParaRPr lang="en-US" sz="1080" dirty="0"/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FOR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 to n_threads-1: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start =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chunk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 = start + chunk - 1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last: end += remainder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start, end, f, &amp;partials[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}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pthread_create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(worker,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pthread_join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 threads</a:t>
            </a:r>
            <a:endParaRPr lang="en-US" sz="1080" dirty="0"/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result =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thread_worker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partial =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[start]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k = start+1 to end: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partial = f((int)partial, </a:t>
            </a:r>
            <a:r>
              <a:rPr lang="en-US" sz="108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[k])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*result = partial</a:t>
            </a:r>
          </a:p>
          <a:p>
            <a:pPr>
              <a:spcAft>
                <a:spcPts val="100"/>
              </a:spcAft>
            </a:pPr>
            <a:r>
              <a:rPr lang="en-US" sz="10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free all → return result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thread_worker(arg):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partial = f(nums[start..end])</a:t>
            </a:r>
            <a:endParaRPr lang="en-US" sz="10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*result = partial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BB4AA-4D64-732D-6200-A97F76DC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160702-4C9C-7547-67E6-5A06366BF4EA}"/>
              </a:ext>
            </a:extLst>
          </p:cNvPr>
          <p:cNvSpPr/>
          <p:nvPr/>
        </p:nvSpPr>
        <p:spPr>
          <a:xfrm>
            <a:off x="0" y="213741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9A41B1-2F5D-A8FE-001F-E8C96769C8C9}"/>
              </a:ext>
            </a:extLst>
          </p:cNvPr>
          <p:cNvSpPr/>
          <p:nvPr/>
        </p:nvSpPr>
        <p:spPr>
          <a:xfrm>
            <a:off x="365760" y="224713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pervious project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9656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sequential_compute — Pseudo-code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137160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 numbers from a file and applies function f pairwise left-to-right. No forking, no pipes — pure sequential fold.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4343400" cy="137160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sequential_compute(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char *filepath,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(*f)(int, int)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8503920" cy="2468880"/>
          </a:xfrm>
          <a:prstGeom prst="rect">
            <a:avLst/>
          </a:prstGeom>
          <a:solidFill>
            <a:srgbClr val="111D2A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8138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sequential_compute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(filepath, f):
    nums ← </a:t>
            </a: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read_numbers</a:t>
            </a:r>
            <a:r>
              <a:rPr lang="en-US" sz="13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(filepath)         // parse newline or comma separated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← nums[0]
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len(nums) - 1 :
        result ← f(result, nums[i])      // fold left
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00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3854-6ADE-1361-C926-BC58365B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78A43A-06D6-0B79-0B1C-69F93077561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0303AF-3C5C-D3B3-2594-B705F57EB492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Parallel Compute - Description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68B348-F7F1-BA22-450B-F651397AFFD9}"/>
              </a:ext>
            </a:extLst>
          </p:cNvPr>
          <p:cNvSpPr/>
          <p:nvPr/>
        </p:nvSpPr>
        <p:spPr>
          <a:xfrm>
            <a:off x="457200" y="1325880"/>
            <a:ext cx="8015068" cy="3017521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B31F22-1334-30EB-0ED4-0FC625DB0246}"/>
              </a:ext>
            </a:extLst>
          </p:cNvPr>
          <p:cNvSpPr/>
          <p:nvPr/>
        </p:nvSpPr>
        <p:spPr>
          <a:xfrm>
            <a:off x="594360" y="1456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A7DDB5-7839-A085-F6AE-B26DCE933E60}"/>
              </a:ext>
            </a:extLst>
          </p:cNvPr>
          <p:cNvSpPr/>
          <p:nvPr/>
        </p:nvSpPr>
        <p:spPr>
          <a:xfrm>
            <a:off x="1041009" y="2440745"/>
            <a:ext cx="7336302" cy="151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Takes: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path of a file containing N numbers separated by new lines (or commas)</a:t>
            </a: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Number of processes </a:t>
            </a:r>
            <a:r>
              <a:rPr lang="en-US" dirty="0" err="1">
                <a:solidFill>
                  <a:schemeClr val="bg1"/>
                </a:solidFill>
              </a:rPr>
              <a:t>n_proc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 pointer to a function f that takes 2 numbers and returns a number.</a:t>
            </a:r>
          </a:p>
          <a:p>
            <a:pPr fontAlgn="base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then does the same as </a:t>
            </a:r>
            <a:r>
              <a:rPr lang="en-US" dirty="0" err="1">
                <a:solidFill>
                  <a:schemeClr val="bg1"/>
                </a:solidFill>
              </a:rPr>
              <a:t>sequential_compute</a:t>
            </a:r>
            <a:r>
              <a:rPr lang="en-US" dirty="0">
                <a:solidFill>
                  <a:schemeClr val="bg1"/>
                </a:solidFill>
              </a:rPr>
              <a:t> except that it splits the computation over </a:t>
            </a:r>
            <a:r>
              <a:rPr lang="en-US" dirty="0" err="1">
                <a:solidFill>
                  <a:schemeClr val="bg1"/>
                </a:solidFill>
              </a:rPr>
              <a:t>n_proc</a:t>
            </a:r>
            <a:r>
              <a:rPr lang="en-US" dirty="0">
                <a:solidFill>
                  <a:schemeClr val="bg1"/>
                </a:solidFill>
              </a:rPr>
              <a:t> processes as evenly as possible.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00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parallel_compute — Pseudo-code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977640"/>
          </a:xfrm>
          <a:prstGeom prst="rect">
            <a:avLst/>
          </a:prstGeom>
          <a:solidFill>
            <a:srgbClr val="111D2A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1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parallel_compute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(filepath, n_proc, f):
    nums 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read_numbers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(filepath)
    chunk ← len(nums) / n_proc
    remainder ← len(nums) % n_proc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 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n_proc - 1 :
</a:t>
            </a:r>
            <a:r>
              <a:rPr lang="en-US" sz="115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 ctrl_pipe[i], res_pipe[i]
        fork child i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:
            start, end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(ctrl_pipe[i])      // receive slice bounds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partial ← sequential_compute(nums[start..end], f)
           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(res_pipe[i], partial) ; exit()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(parent) :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(ctrl_pipe[i], start, end)
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for all children
    result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(res_pipe[0])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TO n_proc-1 : result ← f(result,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(res_pipe[i]))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50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5097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file: [ 1, 2, 3, 4, 5 ]     f = add     Expected result = 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09728" cy="7955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sequential_compute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1490472"/>
            <a:ext cx="1005840" cy="4389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6680" y="14904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left: ((((1+2)+3)+4)+5) = 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sequential_compute("file.txt", add)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8595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109728" cy="795528"/>
          </a:xfrm>
          <a:prstGeom prst="rect">
            <a:avLst/>
          </a:prstGeom>
          <a:solidFill>
            <a:srgbClr val="FFA552"/>
          </a:solidFill>
          <a:ln w="12700">
            <a:solidFill>
              <a:srgbClr val="FFA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parallel_compute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2377440"/>
            <a:ext cx="1005840" cy="438912"/>
          </a:xfrm>
          <a:prstGeom prst="rect">
            <a:avLst/>
          </a:prstGeom>
          <a:solidFill>
            <a:srgbClr val="FFA552"/>
          </a:solidFill>
          <a:ln w="12700">
            <a:solidFill>
              <a:srgbClr val="FFA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3134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proc0=[1,2]→3   proc1=[3,4,5]→12   f(3,12)=15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7340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parallel_compute("file.txt", 2, add)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109728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1912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mmap_compute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3264408"/>
            <a:ext cx="10058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26680" y="3264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15UL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20040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 via shared memory, result=15UL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210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mmap_compute("file.txt", 2, ul_add)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32504"/>
            <a:ext cx="85953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032504"/>
            <a:ext cx="109728" cy="79552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0782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threads_compute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26680" y="4151376"/>
            <a:ext cx="1005840" cy="43891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26680" y="4151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15UL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08736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t0=[1,2]→3   t1=[3,4,5]→12   f(3,12)=15UL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5079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threads_compute("file.txt", 2, ul_add)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C0481-FAC7-2FE0-182C-37B9742B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9BCA08-C9FB-DA38-DB43-52038321FD0C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BB64AB-B9AB-C9DB-2593-95FA42D80E68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83BD8FD-5D39-7656-C6BB-E8A5DA2E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24" y="1061443"/>
            <a:ext cx="8213952" cy="15103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3F6976-894E-4B5F-0E4A-DDB96584B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37" y="2710954"/>
            <a:ext cx="8220739" cy="21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1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EBB4-2348-70A6-E225-BDC7A225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4B7650-F54F-5EAB-C603-FD2372399C91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A8DCCA-0ECF-31EC-07DF-7C6BE4ADA639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7D2D0-C86E-7711-04B8-DBFD99184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6" y="1279788"/>
            <a:ext cx="8822687" cy="32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5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29087-01D3-AE45-0C27-2910136A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1C5707-A804-2EE0-3B14-94478B3A7CEA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543EF9-D17D-D1CF-1BED-1F8CFC183761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210B4-1A0F-4D6B-1D66-92823BA13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35" y="1484249"/>
            <a:ext cx="8203930" cy="296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19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2E30E-CF10-BF64-F486-5E4FC12A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50CF36-7983-4A61-2798-1467B44C9164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A256BB-83C2-41B6-5EFC-2E32E9A8E4F6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EB81C-ADE7-A656-18B0-03C48F938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7" y="1166024"/>
            <a:ext cx="8314006" cy="377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9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3C2CB-F6F4-93C0-E03C-2DED84D8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92179F-67A4-F047-0A3D-3D3773BB8650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27FFB4-417B-2FA1-158D-EC957FF84D91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Examples – All 4 Functions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98BB8-CB2E-E059-15A2-14ECF139E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4" y="1903787"/>
            <a:ext cx="8285871" cy="149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07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threads_compute – Data Flow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nums=[1,2,3,4,5,6,7]  n_threads=3  f=add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0" y="1261872"/>
            <a:ext cx="2743200" cy="512064"/>
          </a:xfrm>
          <a:prstGeom prst="rect">
            <a:avLst/>
          </a:prstGeom>
          <a:solidFill>
            <a:srgbClr val="1A1F36"/>
          </a:solidFill>
          <a:ln w="254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26187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773936"/>
            <a:ext cx="0" cy="27432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80360" y="2048256"/>
            <a:ext cx="3383280" cy="420624"/>
          </a:xfrm>
          <a:prstGeom prst="rect">
            <a:avLst/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80360" y="20482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→ nums[]   |   Allocate partials[3]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0" cy="237744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pthread_create ×3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0200" y="2953512"/>
            <a:ext cx="2971800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00200" y="2953512"/>
            <a:ext cx="0" cy="201168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2953512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953512"/>
            <a:ext cx="0" cy="20116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953512"/>
            <a:ext cx="2971800" cy="0"/>
          </a:xfrm>
          <a:prstGeom prst="line">
            <a:avLst/>
          </a:prstGeom>
          <a:noFill/>
          <a:ln w="19050">
            <a:solidFill>
              <a:srgbClr val="3DDC8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2953512"/>
            <a:ext cx="0" cy="201168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4688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468880" cy="10058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93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slice: nums[0..1]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f(slice)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partials[0] =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3154680"/>
            <a:ext cx="24688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37560" y="3154680"/>
            <a:ext cx="2468880" cy="1005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493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slice: nums[2..3]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f(slice)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partials[1] = 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154680"/>
            <a:ext cx="24688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9360" y="3154680"/>
            <a:ext cx="2468880" cy="1005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493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slice: nums[4..6]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f(slice)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partials[2] = 18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00200" y="4178808"/>
            <a:ext cx="0" cy="22860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00200" y="4407408"/>
            <a:ext cx="2971800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178808"/>
            <a:ext cx="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4407408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43800" y="4178808"/>
            <a:ext cx="0" cy="228600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4407408"/>
            <a:ext cx="2971800" cy="0"/>
          </a:xfrm>
          <a:prstGeom prst="line">
            <a:avLst/>
          </a:prstGeom>
          <a:noFill/>
          <a:ln w="19050">
            <a:solidFill>
              <a:srgbClr val="3DDC8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0" y="42062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pthread_join (wait for all threads)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4407408"/>
            <a:ext cx="0" cy="201168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86000" y="4608576"/>
            <a:ext cx="457200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0" y="46085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f(3, 7, 18) = 28   →   return 28UL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4991D-12A3-6519-998A-0323A6C8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23D544-32E0-DF55-A199-AFDAEE3C3930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C1ABA7-6F14-0EC9-E297-A52D692700AD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threads_compute – Data Flow Diagram</a:t>
            </a:r>
            <a:endParaRPr lang="en-US" sz="2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9EB315F-DBFF-DA85-CD9B-75F670134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39" y="1178168"/>
            <a:ext cx="6346522" cy="354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0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FC6C-D093-832E-0B3B-B500D302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C6021D-8419-C0B9-C931-A025F26BA5DC}"/>
              </a:ext>
            </a:extLst>
          </p:cNvPr>
          <p:cNvSpPr/>
          <p:nvPr/>
        </p:nvSpPr>
        <p:spPr>
          <a:xfrm>
            <a:off x="0" y="2137410"/>
            <a:ext cx="9144000" cy="8686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D57CF1-F629-C6FB-D2AA-59CB795B6E81}"/>
              </a:ext>
            </a:extLst>
          </p:cNvPr>
          <p:cNvSpPr/>
          <p:nvPr/>
        </p:nvSpPr>
        <p:spPr>
          <a:xfrm>
            <a:off x="365760" y="224713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pervious project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8139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Pipe Architecture in parallel_compute</a:t>
            </a:r>
            <a:endParaRPr lang="en-US" sz="2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6FB33F3-B83D-3436-A0ED-FE1F4AAA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56" y="1053172"/>
            <a:ext cx="6761488" cy="38371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34C7-78AC-D6A1-6B86-05C3641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B115F0-F90C-7DD0-3B03-5AADE8A8BFB5}"/>
              </a:ext>
            </a:extLst>
          </p:cNvPr>
          <p:cNvSpPr/>
          <p:nvPr/>
        </p:nvSpPr>
        <p:spPr>
          <a:xfrm>
            <a:off x="0" y="2163536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339E7A-F17F-17D8-ABDE-5D9C86FC5E04}"/>
              </a:ext>
            </a:extLst>
          </p:cNvPr>
          <p:cNvSpPr/>
          <p:nvPr/>
        </p:nvSpPr>
        <p:spPr>
          <a:xfrm>
            <a:off x="316775" y="2197009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Tests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0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9805-ED48-DB27-3F3A-EBDC7779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7233C-9DA5-E073-41A7-C7DB1A65A73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269DBF-390E-B4A4-ADE6-C1226B14A2FF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Design and Chosen Ranges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3A90-C91D-5CD2-99BA-B1E35AAF18FD}"/>
              </a:ext>
            </a:extLst>
          </p:cNvPr>
          <p:cNvSpPr txBox="1"/>
          <p:nvPr/>
        </p:nvSpPr>
        <p:spPr>
          <a:xfrm>
            <a:off x="419450" y="1027651"/>
            <a:ext cx="42658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1:</a:t>
            </a:r>
          </a:p>
          <a:p>
            <a:r>
              <a:rPr lang="en-US" dirty="0"/>
              <a:t>The number of processes fixed for the test was </a:t>
            </a:r>
            <a:r>
              <a:rPr lang="en-US" dirty="0">
                <a:solidFill>
                  <a:srgbClr val="00B050"/>
                </a:solidFill>
              </a:rPr>
              <a:t>8</a:t>
            </a:r>
            <a:r>
              <a:rPr lang="en-US" dirty="0"/>
              <a:t> as this was the number of idle processes at the time of testing.</a:t>
            </a:r>
          </a:p>
          <a:p>
            <a:r>
              <a:rPr lang="en-US" dirty="0">
                <a:solidFill>
                  <a:srgbClr val="00B050"/>
                </a:solidFill>
              </a:rPr>
              <a:t>100</a:t>
            </a:r>
            <a:r>
              <a:rPr lang="en-US" dirty="0"/>
              <a:t> Readings were conducted going by increments of </a:t>
            </a:r>
            <a:r>
              <a:rPr lang="en-US" dirty="0">
                <a:solidFill>
                  <a:srgbClr val="00B050"/>
                </a:solidFill>
              </a:rPr>
              <a:t>50,000 </a:t>
            </a:r>
            <a:r>
              <a:rPr lang="en-US" dirty="0"/>
              <a:t>for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. (Range: </a:t>
            </a:r>
            <a:r>
              <a:rPr lang="en-US" dirty="0">
                <a:solidFill>
                  <a:srgbClr val="00B050"/>
                </a:solidFill>
              </a:rPr>
              <a:t>50k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5M</a:t>
            </a:r>
            <a:r>
              <a:rPr lang="en-US" dirty="0"/>
              <a:t>)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b="1" dirty="0"/>
              <a:t>Test 2:</a:t>
            </a:r>
          </a:p>
          <a:p>
            <a:r>
              <a:rPr lang="en-US" dirty="0"/>
              <a:t>The parameter </a:t>
            </a:r>
            <a:r>
              <a:rPr lang="en-US" dirty="0" err="1">
                <a:solidFill>
                  <a:srgbClr val="00B050"/>
                </a:solidFill>
              </a:rPr>
              <a:t>n_proc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was iterated from </a:t>
            </a:r>
            <a:r>
              <a:rPr lang="en-US" dirty="0">
                <a:solidFill>
                  <a:srgbClr val="00B050"/>
                </a:solidFill>
              </a:rPr>
              <a:t>1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24</a:t>
            </a:r>
            <a:r>
              <a:rPr lang="en-US" dirty="0"/>
              <a:t> to significantly exceed the number of logical processors of the machine which is </a:t>
            </a:r>
            <a:r>
              <a:rPr lang="en-US" dirty="0">
                <a:solidFill>
                  <a:srgbClr val="00B050"/>
                </a:solidFill>
              </a:rPr>
              <a:t>16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F8CAA4-0BB7-E523-064F-D59C10526090}"/>
              </a:ext>
            </a:extLst>
          </p:cNvPr>
          <p:cNvSpPr txBox="1"/>
          <p:nvPr/>
        </p:nvSpPr>
        <p:spPr>
          <a:xfrm>
            <a:off x="5777671" y="3245284"/>
            <a:ext cx="3082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For test 1, the range kept adjusting till reaching this range that showed a clear winner between the 4 functions.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FCA52E-3B11-5AA2-4409-DA1D68250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670" y="4199391"/>
            <a:ext cx="3082955" cy="515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79216F-BC5A-66DA-E3F5-E19A36D8DE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53"/>
          <a:stretch>
            <a:fillRect/>
          </a:stretch>
        </p:blipFill>
        <p:spPr>
          <a:xfrm>
            <a:off x="5777671" y="865415"/>
            <a:ext cx="2862686" cy="237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06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94C2-C145-A10C-63B9-C0F5A0C5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8D7D0A-3B9A-501A-CF0E-825216CCCED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90B563-796D-A3B3-4B51-2BE9262A219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Techniques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4E455-ADF0-D2A1-27C5-97F201EA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9" y="3846063"/>
            <a:ext cx="3619526" cy="304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153B54-E528-805F-5D07-EAA828F4B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09" y="4363368"/>
            <a:ext cx="2321183" cy="3048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FDEF69-BA27-C262-86B2-681849B8BE6E}"/>
              </a:ext>
            </a:extLst>
          </p:cNvPr>
          <p:cNvSpPr txBox="1"/>
          <p:nvPr/>
        </p:nvSpPr>
        <p:spPr>
          <a:xfrm>
            <a:off x="245921" y="992635"/>
            <a:ext cx="4472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Smoothing was done by repeating the experiment an odd number of times for each N/</a:t>
            </a:r>
            <a:r>
              <a:rPr lang="en-US" dirty="0" err="1"/>
              <a:t>n_proc</a:t>
            </a:r>
            <a:r>
              <a:rPr lang="en-US" dirty="0"/>
              <a:t>, then taking the </a:t>
            </a:r>
            <a:r>
              <a:rPr lang="en-US" dirty="0">
                <a:solidFill>
                  <a:srgbClr val="00B050"/>
                </a:solidFill>
              </a:rPr>
              <a:t>median</a:t>
            </a:r>
            <a:r>
              <a:rPr lang="en-US" dirty="0"/>
              <a:t> value by sorting.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306F30-D9F7-8FC7-6D11-D8F18B4A1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515" y="1058693"/>
            <a:ext cx="3619527" cy="6696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EF1FEC-0012-C5DB-BE41-42B36B74F72B}"/>
              </a:ext>
            </a:extLst>
          </p:cNvPr>
          <p:cNvSpPr txBox="1"/>
          <p:nvPr/>
        </p:nvSpPr>
        <p:spPr>
          <a:xfrm>
            <a:off x="260970" y="2265027"/>
            <a:ext cx="30955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experiment was repeated 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 times for each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 in </a:t>
            </a:r>
            <a:r>
              <a:rPr lang="en-US" u="sng" dirty="0"/>
              <a:t>test 1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23</a:t>
            </a:r>
            <a:r>
              <a:rPr lang="en-US" dirty="0"/>
              <a:t> times for each </a:t>
            </a:r>
            <a:r>
              <a:rPr lang="en-US" dirty="0" err="1">
                <a:solidFill>
                  <a:srgbClr val="00B050"/>
                </a:solidFill>
              </a:rPr>
              <a:t>n_proc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in </a:t>
            </a:r>
            <a:r>
              <a:rPr lang="en-US" u="sng" dirty="0"/>
              <a:t>test 2</a:t>
            </a:r>
            <a:r>
              <a:rPr lang="en-US" dirty="0"/>
              <a:t> as it had a relatively small number of iterations.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DC4F2-6FAA-46D3-B5C7-CAB6813BF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914" y="2192964"/>
            <a:ext cx="4609037" cy="203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9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CC0B-31F5-A0B9-CCA3-FFAEE259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013C8F-728B-C367-E451-D743E8E3385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F80BE0-3437-EEAA-A5DD-1A994ACF8286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1)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F6A4A-6586-484F-3404-82620BA489AE}"/>
              </a:ext>
            </a:extLst>
          </p:cNvPr>
          <p:cNvSpPr txBox="1"/>
          <p:nvPr/>
        </p:nvSpPr>
        <p:spPr>
          <a:xfrm>
            <a:off x="236355" y="863798"/>
            <a:ext cx="457829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273540"/>
                </a:solidFill>
                <a:effectLst/>
                <a:latin typeface="Lato Extended"/>
              </a:rPr>
              <a:t>Question: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If we fix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n_proc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and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n_thread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to the same value, then which of the 4 functions take the least time? At which value of N does this behavior persist?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dirty="0">
                <a:solidFill>
                  <a:srgbClr val="273540"/>
                </a:solidFill>
                <a:latin typeface="Lato Extended"/>
              </a:rPr>
              <a:t>Answer: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The </a:t>
            </a:r>
            <a:r>
              <a:rPr lang="en-US" dirty="0" err="1">
                <a:solidFill>
                  <a:srgbClr val="00B050"/>
                </a:solidFill>
                <a:latin typeface="Lato Extended"/>
              </a:rPr>
              <a:t>threads_compute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 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function gives the best performance. It starts </a:t>
            </a:r>
            <a:r>
              <a:rPr lang="en-US" i="1" dirty="0">
                <a:solidFill>
                  <a:srgbClr val="273540"/>
                </a:solidFill>
                <a:latin typeface="Lato Extended"/>
              </a:rPr>
              <a:t>consistently 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outperforming at                     N = 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3,700,000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.</a:t>
            </a:r>
            <a:endParaRPr lang="en-US" b="0" i="0" dirty="0">
              <a:solidFill>
                <a:srgbClr val="273540"/>
              </a:solidFill>
              <a:effectLst/>
              <a:latin typeface="Lato Extended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20FC1-56C3-64AE-BB91-9D708BED2264}"/>
              </a:ext>
            </a:extLst>
          </p:cNvPr>
          <p:cNvSpPr txBox="1"/>
          <p:nvPr/>
        </p:nvSpPr>
        <p:spPr>
          <a:xfrm>
            <a:off x="285782" y="3382975"/>
            <a:ext cx="308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We can see that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sequential_compute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outperformed at large values of N, followed by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mmap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pipes. The reason why there wasn’t much of a difference between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mmap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pipes is that the cost of communication is trivial compared to the N calculations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B60F417-6EE2-CBEF-6939-E28B85D68B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1885314"/>
              </p:ext>
            </p:extLst>
          </p:nvPr>
        </p:nvGraphicFramePr>
        <p:xfrm>
          <a:off x="4374292" y="1268626"/>
          <a:ext cx="4685753" cy="3744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51093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B153-CB4F-2DC1-4C4F-8603CC7E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885F72-F7A5-9475-95C5-2D754324601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C26B48-2911-5A21-1EDA-A1A90F03456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2)</a:t>
            </a:r>
            <a:endParaRPr lang="en-US" sz="24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A40FE1F-C2E9-2977-9479-7D5172A62DD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4FCC26-0227-B1D4-8EBE-D6CF080F430B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2)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2E74A-FCF0-6C62-DFDC-B504535CF19A}"/>
              </a:ext>
            </a:extLst>
          </p:cNvPr>
          <p:cNvSpPr txBox="1"/>
          <p:nvPr/>
        </p:nvSpPr>
        <p:spPr>
          <a:xfrm>
            <a:off x="208051" y="917343"/>
            <a:ext cx="4363949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1" i="0" dirty="0">
                <a:solidFill>
                  <a:srgbClr val="273540"/>
                </a:solidFill>
                <a:effectLst/>
                <a:latin typeface="Lato Extended"/>
              </a:rPr>
              <a:t>Question: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</a:t>
            </a:r>
            <a:r>
              <a:rPr lang="en-US" dirty="0"/>
              <a:t>If we fix N to a large number, then which of the 4 functions take the least time? At which value of </a:t>
            </a:r>
            <a:r>
              <a:rPr lang="en-US" dirty="0" err="1"/>
              <a:t>n_proc</a:t>
            </a:r>
            <a:r>
              <a:rPr lang="en-US" dirty="0"/>
              <a:t> (</a:t>
            </a:r>
            <a:r>
              <a:rPr lang="en-US" dirty="0" err="1"/>
              <a:t>n_thread</a:t>
            </a:r>
            <a:r>
              <a:rPr lang="en-US" dirty="0"/>
              <a:t>) does this behavior persist? 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solidFill>
                  <a:srgbClr val="273540"/>
                </a:solidFill>
                <a:latin typeface="Lato Extended"/>
              </a:rPr>
              <a:t>Answer: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The </a:t>
            </a:r>
            <a:r>
              <a:rPr lang="en-US" dirty="0" err="1">
                <a:solidFill>
                  <a:srgbClr val="273540"/>
                </a:solidFill>
                <a:latin typeface="Lato Extended"/>
              </a:rPr>
              <a:t>fuction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Lato Extended"/>
              </a:rPr>
              <a:t>threads_compute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 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gives the best performance. It starts outperforming at </a:t>
            </a:r>
            <a:r>
              <a:rPr lang="en-US" dirty="0" err="1">
                <a:solidFill>
                  <a:srgbClr val="273540"/>
                </a:solidFill>
                <a:latin typeface="Lato Extended"/>
              </a:rPr>
              <a:t>n_proc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= </a:t>
            </a:r>
            <a:r>
              <a:rPr lang="en-US" dirty="0" err="1">
                <a:solidFill>
                  <a:srgbClr val="273540"/>
                </a:solidFill>
                <a:latin typeface="Lato Extended"/>
              </a:rPr>
              <a:t>n_thread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= 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2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.</a:t>
            </a:r>
            <a:endParaRPr lang="en-US" b="0" i="0" dirty="0">
              <a:solidFill>
                <a:srgbClr val="273540"/>
              </a:solidFill>
              <a:effectLst/>
              <a:latin typeface="Lato Extended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CD450-6E67-E17A-35C2-1ABEC6C4026A}"/>
              </a:ext>
            </a:extLst>
          </p:cNvPr>
          <p:cNvSpPr txBox="1"/>
          <p:nvPr/>
        </p:nvSpPr>
        <p:spPr>
          <a:xfrm>
            <a:off x="445712" y="3477922"/>
            <a:ext cx="30829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parallel_compute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outperforms as long using extra processors compensate the fork and pipe operations overhead, but starts underperforming when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n_proc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exceeds idle processors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11E0A58-2879-2488-0FA8-74EBFE34C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507353"/>
              </p:ext>
            </p:extLst>
          </p:nvPr>
        </p:nvGraphicFramePr>
        <p:xfrm>
          <a:off x="4518453" y="1105157"/>
          <a:ext cx="4487788" cy="3874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4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1846</Words>
  <Application>Microsoft Office PowerPoint</Application>
  <PresentationFormat>On-screen Show (16:9)</PresentationFormat>
  <Paragraphs>215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Consolas</vt:lpstr>
      <vt:lpstr>Lato Extended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Lab Project – mmap &amp; Threads Compute</dc:title>
  <dc:subject>PptxGenJS Presentation</dc:subject>
  <dc:creator>PptxGenJS</dc:creator>
  <cp:lastModifiedBy>samaemad</cp:lastModifiedBy>
  <cp:revision>9</cp:revision>
  <dcterms:created xsi:type="dcterms:W3CDTF">2026-04-06T07:59:32Z</dcterms:created>
  <dcterms:modified xsi:type="dcterms:W3CDTF">2026-04-12T09:29:08Z</dcterms:modified>
</cp:coreProperties>
</file>