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5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81" r:id="rId6"/>
    <p:sldId id="260" r:id="rId7"/>
    <p:sldId id="268" r:id="rId8"/>
    <p:sldId id="269" r:id="rId9"/>
    <p:sldId id="273" r:id="rId10"/>
    <p:sldId id="274" r:id="rId11"/>
    <p:sldId id="261" r:id="rId12"/>
    <p:sldId id="263" r:id="rId13"/>
    <p:sldId id="264" r:id="rId14"/>
    <p:sldId id="265" r:id="rId15"/>
    <p:sldId id="266" r:id="rId16"/>
    <p:sldId id="267" r:id="rId17"/>
    <p:sldId id="262" r:id="rId18"/>
    <p:sldId id="277" r:id="rId19"/>
    <p:sldId id="276" r:id="rId20"/>
    <p:sldId id="275" r:id="rId21"/>
    <p:sldId id="270" r:id="rId22"/>
    <p:sldId id="271" r:id="rId23"/>
    <p:sldId id="278" r:id="rId24"/>
    <p:sldId id="279" r:id="rId25"/>
    <p:sldId id="280" r:id="rId2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Yara\AppData\Roaming\Microsoft\Excel\Project%205%20Results%20(version%203).xlsb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Yara\AppData\Roaming\Microsoft\Excel\Project%205%20Results%20(version%203).xlsb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Fixed n_proc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dk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1"/>
          <c:order val="1"/>
          <c:tx>
            <c:strRef>
              <c:f>'Exp 1'!$B$1</c:f>
              <c:strCache>
                <c:ptCount val="1"/>
                <c:pt idx="0">
                  <c:v>Sequential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'Exp 1'!$A$2:$A$101</c:f>
              <c:numCache>
                <c:formatCode>General</c:formatCode>
                <c:ptCount val="100"/>
                <c:pt idx="0">
                  <c:v>500000</c:v>
                </c:pt>
                <c:pt idx="1">
                  <c:v>1000000</c:v>
                </c:pt>
                <c:pt idx="2">
                  <c:v>1500000</c:v>
                </c:pt>
                <c:pt idx="3">
                  <c:v>2000000</c:v>
                </c:pt>
                <c:pt idx="4">
                  <c:v>2500000</c:v>
                </c:pt>
                <c:pt idx="5">
                  <c:v>3000000</c:v>
                </c:pt>
                <c:pt idx="6">
                  <c:v>3500000</c:v>
                </c:pt>
                <c:pt idx="7">
                  <c:v>4000000</c:v>
                </c:pt>
                <c:pt idx="8">
                  <c:v>4500000</c:v>
                </c:pt>
                <c:pt idx="9">
                  <c:v>5000000</c:v>
                </c:pt>
                <c:pt idx="10">
                  <c:v>5500000</c:v>
                </c:pt>
                <c:pt idx="11">
                  <c:v>6000000</c:v>
                </c:pt>
                <c:pt idx="12">
                  <c:v>6500000</c:v>
                </c:pt>
                <c:pt idx="13">
                  <c:v>7000000</c:v>
                </c:pt>
                <c:pt idx="14">
                  <c:v>7500000</c:v>
                </c:pt>
                <c:pt idx="15">
                  <c:v>8000000</c:v>
                </c:pt>
                <c:pt idx="16">
                  <c:v>8500000</c:v>
                </c:pt>
                <c:pt idx="17">
                  <c:v>9000000</c:v>
                </c:pt>
                <c:pt idx="18">
                  <c:v>9500000</c:v>
                </c:pt>
                <c:pt idx="19">
                  <c:v>10000000</c:v>
                </c:pt>
                <c:pt idx="20">
                  <c:v>10500000</c:v>
                </c:pt>
                <c:pt idx="21">
                  <c:v>11000000</c:v>
                </c:pt>
                <c:pt idx="22">
                  <c:v>11500000</c:v>
                </c:pt>
                <c:pt idx="23">
                  <c:v>12000000</c:v>
                </c:pt>
                <c:pt idx="24">
                  <c:v>12500000</c:v>
                </c:pt>
                <c:pt idx="25">
                  <c:v>13000000</c:v>
                </c:pt>
                <c:pt idx="26">
                  <c:v>13500000</c:v>
                </c:pt>
                <c:pt idx="27">
                  <c:v>14000000</c:v>
                </c:pt>
                <c:pt idx="28">
                  <c:v>14500000</c:v>
                </c:pt>
                <c:pt idx="29">
                  <c:v>15000000</c:v>
                </c:pt>
                <c:pt idx="30">
                  <c:v>15500000</c:v>
                </c:pt>
                <c:pt idx="31">
                  <c:v>16000000</c:v>
                </c:pt>
                <c:pt idx="32">
                  <c:v>16500000</c:v>
                </c:pt>
                <c:pt idx="33">
                  <c:v>17000000</c:v>
                </c:pt>
                <c:pt idx="34">
                  <c:v>17500000</c:v>
                </c:pt>
                <c:pt idx="35">
                  <c:v>18000000</c:v>
                </c:pt>
                <c:pt idx="36">
                  <c:v>18500000</c:v>
                </c:pt>
                <c:pt idx="37">
                  <c:v>19000000</c:v>
                </c:pt>
                <c:pt idx="38">
                  <c:v>19500000</c:v>
                </c:pt>
                <c:pt idx="39">
                  <c:v>20000000</c:v>
                </c:pt>
                <c:pt idx="40">
                  <c:v>20500000</c:v>
                </c:pt>
                <c:pt idx="41">
                  <c:v>21000000</c:v>
                </c:pt>
                <c:pt idx="42">
                  <c:v>21500000</c:v>
                </c:pt>
                <c:pt idx="43">
                  <c:v>22000000</c:v>
                </c:pt>
                <c:pt idx="44">
                  <c:v>22500000</c:v>
                </c:pt>
                <c:pt idx="45">
                  <c:v>23000000</c:v>
                </c:pt>
                <c:pt idx="46">
                  <c:v>23500000</c:v>
                </c:pt>
                <c:pt idx="47">
                  <c:v>24000000</c:v>
                </c:pt>
                <c:pt idx="48">
                  <c:v>24500000</c:v>
                </c:pt>
                <c:pt idx="49">
                  <c:v>25000000</c:v>
                </c:pt>
                <c:pt idx="50">
                  <c:v>25500000</c:v>
                </c:pt>
                <c:pt idx="51">
                  <c:v>26000000</c:v>
                </c:pt>
                <c:pt idx="52">
                  <c:v>26500000</c:v>
                </c:pt>
                <c:pt idx="53">
                  <c:v>27000000</c:v>
                </c:pt>
                <c:pt idx="54">
                  <c:v>27500000</c:v>
                </c:pt>
                <c:pt idx="55">
                  <c:v>28000000</c:v>
                </c:pt>
                <c:pt idx="56">
                  <c:v>28500000</c:v>
                </c:pt>
                <c:pt idx="57">
                  <c:v>29000000</c:v>
                </c:pt>
                <c:pt idx="58">
                  <c:v>29500000</c:v>
                </c:pt>
                <c:pt idx="59">
                  <c:v>30000000</c:v>
                </c:pt>
                <c:pt idx="60">
                  <c:v>30500000</c:v>
                </c:pt>
                <c:pt idx="61">
                  <c:v>31000000</c:v>
                </c:pt>
                <c:pt idx="62">
                  <c:v>31500000</c:v>
                </c:pt>
                <c:pt idx="63">
                  <c:v>32000000</c:v>
                </c:pt>
                <c:pt idx="64">
                  <c:v>32500000</c:v>
                </c:pt>
                <c:pt idx="65">
                  <c:v>33000000</c:v>
                </c:pt>
                <c:pt idx="66">
                  <c:v>33500000</c:v>
                </c:pt>
                <c:pt idx="67">
                  <c:v>34000000</c:v>
                </c:pt>
                <c:pt idx="68">
                  <c:v>34500000</c:v>
                </c:pt>
                <c:pt idx="69">
                  <c:v>35000000</c:v>
                </c:pt>
                <c:pt idx="70">
                  <c:v>35500000</c:v>
                </c:pt>
                <c:pt idx="71">
                  <c:v>36000000</c:v>
                </c:pt>
                <c:pt idx="72">
                  <c:v>36500000</c:v>
                </c:pt>
                <c:pt idx="73">
                  <c:v>37000000</c:v>
                </c:pt>
                <c:pt idx="74">
                  <c:v>37500000</c:v>
                </c:pt>
                <c:pt idx="75">
                  <c:v>38000000</c:v>
                </c:pt>
                <c:pt idx="76">
                  <c:v>38500000</c:v>
                </c:pt>
                <c:pt idx="77">
                  <c:v>39000000</c:v>
                </c:pt>
                <c:pt idx="78">
                  <c:v>39500000</c:v>
                </c:pt>
                <c:pt idx="79">
                  <c:v>40000000</c:v>
                </c:pt>
                <c:pt idx="80">
                  <c:v>40500000</c:v>
                </c:pt>
                <c:pt idx="81">
                  <c:v>41000000</c:v>
                </c:pt>
                <c:pt idx="82">
                  <c:v>41500000</c:v>
                </c:pt>
                <c:pt idx="83">
                  <c:v>42000000</c:v>
                </c:pt>
                <c:pt idx="84">
                  <c:v>42500000</c:v>
                </c:pt>
                <c:pt idx="85">
                  <c:v>43000000</c:v>
                </c:pt>
                <c:pt idx="86">
                  <c:v>43500000</c:v>
                </c:pt>
                <c:pt idx="87">
                  <c:v>44000000</c:v>
                </c:pt>
                <c:pt idx="88">
                  <c:v>44500000</c:v>
                </c:pt>
                <c:pt idx="89">
                  <c:v>45000000</c:v>
                </c:pt>
                <c:pt idx="90">
                  <c:v>45500000</c:v>
                </c:pt>
                <c:pt idx="91">
                  <c:v>46000000</c:v>
                </c:pt>
                <c:pt idx="92">
                  <c:v>46500000</c:v>
                </c:pt>
                <c:pt idx="93">
                  <c:v>47000000</c:v>
                </c:pt>
                <c:pt idx="94">
                  <c:v>47500000</c:v>
                </c:pt>
                <c:pt idx="95">
                  <c:v>48000000</c:v>
                </c:pt>
                <c:pt idx="96">
                  <c:v>48500000</c:v>
                </c:pt>
                <c:pt idx="97">
                  <c:v>49000000</c:v>
                </c:pt>
                <c:pt idx="98">
                  <c:v>49500000</c:v>
                </c:pt>
                <c:pt idx="99">
                  <c:v>50000000</c:v>
                </c:pt>
              </c:numCache>
            </c:numRef>
          </c:cat>
          <c:val>
            <c:numRef>
              <c:f>'Exp 1'!$B$3:$B$101</c:f>
              <c:numCache>
                <c:formatCode>General</c:formatCode>
                <c:ptCount val="99"/>
                <c:pt idx="0">
                  <c:v>6.2026999999999999E-2</c:v>
                </c:pt>
                <c:pt idx="1">
                  <c:v>8.5169999999999996E-2</c:v>
                </c:pt>
                <c:pt idx="2">
                  <c:v>0.110913</c:v>
                </c:pt>
                <c:pt idx="3">
                  <c:v>0.15968099999999999</c:v>
                </c:pt>
                <c:pt idx="4">
                  <c:v>0.18318599999999999</c:v>
                </c:pt>
                <c:pt idx="5">
                  <c:v>0.205348</c:v>
                </c:pt>
                <c:pt idx="6">
                  <c:v>0.245113</c:v>
                </c:pt>
                <c:pt idx="7">
                  <c:v>0.26358300000000001</c:v>
                </c:pt>
                <c:pt idx="8">
                  <c:v>0.29702499999999998</c:v>
                </c:pt>
                <c:pt idx="9">
                  <c:v>0.33330599999999999</c:v>
                </c:pt>
                <c:pt idx="10">
                  <c:v>0.35206700000000002</c:v>
                </c:pt>
                <c:pt idx="11">
                  <c:v>0.39884199999999997</c:v>
                </c:pt>
                <c:pt idx="12">
                  <c:v>0.42039300000000002</c:v>
                </c:pt>
                <c:pt idx="13">
                  <c:v>0.44503700000000002</c:v>
                </c:pt>
                <c:pt idx="14">
                  <c:v>0.47263100000000002</c:v>
                </c:pt>
                <c:pt idx="15">
                  <c:v>0.50235600000000002</c:v>
                </c:pt>
                <c:pt idx="16">
                  <c:v>0.54351799999999995</c:v>
                </c:pt>
                <c:pt idx="17">
                  <c:v>0.56235900000000005</c:v>
                </c:pt>
                <c:pt idx="18">
                  <c:v>0.60281300000000004</c:v>
                </c:pt>
                <c:pt idx="19">
                  <c:v>0.62828499999999998</c:v>
                </c:pt>
                <c:pt idx="20">
                  <c:v>0.64965799999999996</c:v>
                </c:pt>
                <c:pt idx="21">
                  <c:v>0.67461099999999996</c:v>
                </c:pt>
                <c:pt idx="22">
                  <c:v>0.70666700000000005</c:v>
                </c:pt>
                <c:pt idx="23">
                  <c:v>0.73380400000000001</c:v>
                </c:pt>
                <c:pt idx="24">
                  <c:v>0.76539699999999999</c:v>
                </c:pt>
                <c:pt idx="25">
                  <c:v>0.79929700000000004</c:v>
                </c:pt>
                <c:pt idx="26">
                  <c:v>0.818882</c:v>
                </c:pt>
                <c:pt idx="27">
                  <c:v>0.84865299999999999</c:v>
                </c:pt>
                <c:pt idx="28">
                  <c:v>0.901891</c:v>
                </c:pt>
                <c:pt idx="29">
                  <c:v>0.92798000000000003</c:v>
                </c:pt>
                <c:pt idx="30">
                  <c:v>0.95086800000000005</c:v>
                </c:pt>
                <c:pt idx="31">
                  <c:v>0.98433700000000002</c:v>
                </c:pt>
                <c:pt idx="32">
                  <c:v>1.0121020000000001</c:v>
                </c:pt>
                <c:pt idx="33">
                  <c:v>1.028707</c:v>
                </c:pt>
                <c:pt idx="34">
                  <c:v>1.0811010000000001</c:v>
                </c:pt>
                <c:pt idx="35">
                  <c:v>1.0954839999999999</c:v>
                </c:pt>
                <c:pt idx="36">
                  <c:v>1.120709</c:v>
                </c:pt>
                <c:pt idx="37">
                  <c:v>1.1365510000000001</c:v>
                </c:pt>
                <c:pt idx="38">
                  <c:v>1.184545</c:v>
                </c:pt>
                <c:pt idx="39">
                  <c:v>1.2153750000000001</c:v>
                </c:pt>
                <c:pt idx="40">
                  <c:v>1.256985</c:v>
                </c:pt>
                <c:pt idx="41">
                  <c:v>1.2545310000000001</c:v>
                </c:pt>
                <c:pt idx="42">
                  <c:v>1.2844949999999999</c:v>
                </c:pt>
                <c:pt idx="43">
                  <c:v>1.346163</c:v>
                </c:pt>
                <c:pt idx="44">
                  <c:v>1.3596900000000001</c:v>
                </c:pt>
                <c:pt idx="45">
                  <c:v>1.3774660000000001</c:v>
                </c:pt>
                <c:pt idx="46">
                  <c:v>1.42157</c:v>
                </c:pt>
                <c:pt idx="47">
                  <c:v>1.4542079999999999</c:v>
                </c:pt>
                <c:pt idx="48">
                  <c:v>1.4590179999999999</c:v>
                </c:pt>
                <c:pt idx="49">
                  <c:v>1.5192939999999999</c:v>
                </c:pt>
                <c:pt idx="50">
                  <c:v>1.523709</c:v>
                </c:pt>
                <c:pt idx="51">
                  <c:v>1.581318</c:v>
                </c:pt>
                <c:pt idx="52">
                  <c:v>1.5936170000000001</c:v>
                </c:pt>
                <c:pt idx="53">
                  <c:v>1.61609</c:v>
                </c:pt>
                <c:pt idx="54">
                  <c:v>1.6397440000000001</c:v>
                </c:pt>
                <c:pt idx="55">
                  <c:v>1.6757200000000001</c:v>
                </c:pt>
                <c:pt idx="56">
                  <c:v>1.736923</c:v>
                </c:pt>
                <c:pt idx="57">
                  <c:v>1.7335119999999999</c:v>
                </c:pt>
                <c:pt idx="58">
                  <c:v>1.8030949999999999</c:v>
                </c:pt>
                <c:pt idx="59">
                  <c:v>1.8049500000000001</c:v>
                </c:pt>
                <c:pt idx="60">
                  <c:v>1.8312349999999999</c:v>
                </c:pt>
                <c:pt idx="61">
                  <c:v>1.8395170000000001</c:v>
                </c:pt>
                <c:pt idx="62">
                  <c:v>1.906908</c:v>
                </c:pt>
                <c:pt idx="63">
                  <c:v>1.9099870000000001</c:v>
                </c:pt>
                <c:pt idx="64">
                  <c:v>1.947319</c:v>
                </c:pt>
                <c:pt idx="65">
                  <c:v>2.0158809999999998</c:v>
                </c:pt>
                <c:pt idx="66">
                  <c:v>2.0044200000000001</c:v>
                </c:pt>
                <c:pt idx="67">
                  <c:v>2.0359219999999998</c:v>
                </c:pt>
                <c:pt idx="68">
                  <c:v>2.0626350000000002</c:v>
                </c:pt>
                <c:pt idx="69">
                  <c:v>2.0926999999999998</c:v>
                </c:pt>
                <c:pt idx="70">
                  <c:v>2.1121490000000001</c:v>
                </c:pt>
                <c:pt idx="71">
                  <c:v>2.1711290000000001</c:v>
                </c:pt>
                <c:pt idx="72">
                  <c:v>2.2014079999999998</c:v>
                </c:pt>
                <c:pt idx="73">
                  <c:v>2.2236989999999999</c:v>
                </c:pt>
                <c:pt idx="74">
                  <c:v>2.2370369999999999</c:v>
                </c:pt>
                <c:pt idx="75">
                  <c:v>2.2860019999999999</c:v>
                </c:pt>
                <c:pt idx="76">
                  <c:v>2.3098169999999998</c:v>
                </c:pt>
                <c:pt idx="77">
                  <c:v>2.3442720000000001</c:v>
                </c:pt>
                <c:pt idx="78">
                  <c:v>2.3815879999999998</c:v>
                </c:pt>
                <c:pt idx="79">
                  <c:v>2.4074179999999998</c:v>
                </c:pt>
                <c:pt idx="80">
                  <c:v>2.4292400000000001</c:v>
                </c:pt>
                <c:pt idx="81">
                  <c:v>2.4305569999999999</c:v>
                </c:pt>
                <c:pt idx="82">
                  <c:v>2.480702</c:v>
                </c:pt>
                <c:pt idx="83">
                  <c:v>2.532759</c:v>
                </c:pt>
                <c:pt idx="84">
                  <c:v>2.5350190000000001</c:v>
                </c:pt>
                <c:pt idx="85">
                  <c:v>2.5400459999999998</c:v>
                </c:pt>
                <c:pt idx="86">
                  <c:v>2.5742020000000001</c:v>
                </c:pt>
                <c:pt idx="87">
                  <c:v>2.7138179999999998</c:v>
                </c:pt>
                <c:pt idx="88">
                  <c:v>2.6593740000000001</c:v>
                </c:pt>
                <c:pt idx="89">
                  <c:v>2.6623070000000002</c:v>
                </c:pt>
                <c:pt idx="90">
                  <c:v>2.7060089999999999</c:v>
                </c:pt>
                <c:pt idx="91">
                  <c:v>2.748551</c:v>
                </c:pt>
                <c:pt idx="92">
                  <c:v>2.7732389999999998</c:v>
                </c:pt>
                <c:pt idx="93">
                  <c:v>2.7697959999999999</c:v>
                </c:pt>
                <c:pt idx="94">
                  <c:v>2.804719</c:v>
                </c:pt>
                <c:pt idx="95">
                  <c:v>2.833933</c:v>
                </c:pt>
                <c:pt idx="96">
                  <c:v>2.8727420000000001</c:v>
                </c:pt>
                <c:pt idx="97">
                  <c:v>2.926866</c:v>
                </c:pt>
                <c:pt idx="98">
                  <c:v>2.9146290000000001</c:v>
                </c:pt>
              </c:numCache>
              <c:extLst/>
            </c:numRef>
          </c:val>
          <c:smooth val="0"/>
          <c:extLst>
            <c:ext xmlns:c16="http://schemas.microsoft.com/office/drawing/2014/chart" uri="{C3380CC4-5D6E-409C-BE32-E72D297353CC}">
              <c16:uniqueId val="{00000000-9FCA-457D-9EB9-544A1D58B267}"/>
            </c:ext>
          </c:extLst>
        </c:ser>
        <c:ser>
          <c:idx val="2"/>
          <c:order val="2"/>
          <c:tx>
            <c:strRef>
              <c:f>'Exp 1'!$C$1</c:f>
              <c:strCache>
                <c:ptCount val="1"/>
                <c:pt idx="0">
                  <c:v>Pipes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numRef>
              <c:f>'Exp 1'!$A$2:$A$101</c:f>
              <c:numCache>
                <c:formatCode>General</c:formatCode>
                <c:ptCount val="100"/>
                <c:pt idx="0">
                  <c:v>500000</c:v>
                </c:pt>
                <c:pt idx="1">
                  <c:v>1000000</c:v>
                </c:pt>
                <c:pt idx="2">
                  <c:v>1500000</c:v>
                </c:pt>
                <c:pt idx="3">
                  <c:v>2000000</c:v>
                </c:pt>
                <c:pt idx="4">
                  <c:v>2500000</c:v>
                </c:pt>
                <c:pt idx="5">
                  <c:v>3000000</c:v>
                </c:pt>
                <c:pt idx="6">
                  <c:v>3500000</c:v>
                </c:pt>
                <c:pt idx="7">
                  <c:v>4000000</c:v>
                </c:pt>
                <c:pt idx="8">
                  <c:v>4500000</c:v>
                </c:pt>
                <c:pt idx="9">
                  <c:v>5000000</c:v>
                </c:pt>
                <c:pt idx="10">
                  <c:v>5500000</c:v>
                </c:pt>
                <c:pt idx="11">
                  <c:v>6000000</c:v>
                </c:pt>
                <c:pt idx="12">
                  <c:v>6500000</c:v>
                </c:pt>
                <c:pt idx="13">
                  <c:v>7000000</c:v>
                </c:pt>
                <c:pt idx="14">
                  <c:v>7500000</c:v>
                </c:pt>
                <c:pt idx="15">
                  <c:v>8000000</c:v>
                </c:pt>
                <c:pt idx="16">
                  <c:v>8500000</c:v>
                </c:pt>
                <c:pt idx="17">
                  <c:v>9000000</c:v>
                </c:pt>
                <c:pt idx="18">
                  <c:v>9500000</c:v>
                </c:pt>
                <c:pt idx="19">
                  <c:v>10000000</c:v>
                </c:pt>
                <c:pt idx="20">
                  <c:v>10500000</c:v>
                </c:pt>
                <c:pt idx="21">
                  <c:v>11000000</c:v>
                </c:pt>
                <c:pt idx="22">
                  <c:v>11500000</c:v>
                </c:pt>
                <c:pt idx="23">
                  <c:v>12000000</c:v>
                </c:pt>
                <c:pt idx="24">
                  <c:v>12500000</c:v>
                </c:pt>
                <c:pt idx="25">
                  <c:v>13000000</c:v>
                </c:pt>
                <c:pt idx="26">
                  <c:v>13500000</c:v>
                </c:pt>
                <c:pt idx="27">
                  <c:v>14000000</c:v>
                </c:pt>
                <c:pt idx="28">
                  <c:v>14500000</c:v>
                </c:pt>
                <c:pt idx="29">
                  <c:v>15000000</c:v>
                </c:pt>
                <c:pt idx="30">
                  <c:v>15500000</c:v>
                </c:pt>
                <c:pt idx="31">
                  <c:v>16000000</c:v>
                </c:pt>
                <c:pt idx="32">
                  <c:v>16500000</c:v>
                </c:pt>
                <c:pt idx="33">
                  <c:v>17000000</c:v>
                </c:pt>
                <c:pt idx="34">
                  <c:v>17500000</c:v>
                </c:pt>
                <c:pt idx="35">
                  <c:v>18000000</c:v>
                </c:pt>
                <c:pt idx="36">
                  <c:v>18500000</c:v>
                </c:pt>
                <c:pt idx="37">
                  <c:v>19000000</c:v>
                </c:pt>
                <c:pt idx="38">
                  <c:v>19500000</c:v>
                </c:pt>
                <c:pt idx="39">
                  <c:v>20000000</c:v>
                </c:pt>
                <c:pt idx="40">
                  <c:v>20500000</c:v>
                </c:pt>
                <c:pt idx="41">
                  <c:v>21000000</c:v>
                </c:pt>
                <c:pt idx="42">
                  <c:v>21500000</c:v>
                </c:pt>
                <c:pt idx="43">
                  <c:v>22000000</c:v>
                </c:pt>
                <c:pt idx="44">
                  <c:v>22500000</c:v>
                </c:pt>
                <c:pt idx="45">
                  <c:v>23000000</c:v>
                </c:pt>
                <c:pt idx="46">
                  <c:v>23500000</c:v>
                </c:pt>
                <c:pt idx="47">
                  <c:v>24000000</c:v>
                </c:pt>
                <c:pt idx="48">
                  <c:v>24500000</c:v>
                </c:pt>
                <c:pt idx="49">
                  <c:v>25000000</c:v>
                </c:pt>
                <c:pt idx="50">
                  <c:v>25500000</c:v>
                </c:pt>
                <c:pt idx="51">
                  <c:v>26000000</c:v>
                </c:pt>
                <c:pt idx="52">
                  <c:v>26500000</c:v>
                </c:pt>
                <c:pt idx="53">
                  <c:v>27000000</c:v>
                </c:pt>
                <c:pt idx="54">
                  <c:v>27500000</c:v>
                </c:pt>
                <c:pt idx="55">
                  <c:v>28000000</c:v>
                </c:pt>
                <c:pt idx="56">
                  <c:v>28500000</c:v>
                </c:pt>
                <c:pt idx="57">
                  <c:v>29000000</c:v>
                </c:pt>
                <c:pt idx="58">
                  <c:v>29500000</c:v>
                </c:pt>
                <c:pt idx="59">
                  <c:v>30000000</c:v>
                </c:pt>
                <c:pt idx="60">
                  <c:v>30500000</c:v>
                </c:pt>
                <c:pt idx="61">
                  <c:v>31000000</c:v>
                </c:pt>
                <c:pt idx="62">
                  <c:v>31500000</c:v>
                </c:pt>
                <c:pt idx="63">
                  <c:v>32000000</c:v>
                </c:pt>
                <c:pt idx="64">
                  <c:v>32500000</c:v>
                </c:pt>
                <c:pt idx="65">
                  <c:v>33000000</c:v>
                </c:pt>
                <c:pt idx="66">
                  <c:v>33500000</c:v>
                </c:pt>
                <c:pt idx="67">
                  <c:v>34000000</c:v>
                </c:pt>
                <c:pt idx="68">
                  <c:v>34500000</c:v>
                </c:pt>
                <c:pt idx="69">
                  <c:v>35000000</c:v>
                </c:pt>
                <c:pt idx="70">
                  <c:v>35500000</c:v>
                </c:pt>
                <c:pt idx="71">
                  <c:v>36000000</c:v>
                </c:pt>
                <c:pt idx="72">
                  <c:v>36500000</c:v>
                </c:pt>
                <c:pt idx="73">
                  <c:v>37000000</c:v>
                </c:pt>
                <c:pt idx="74">
                  <c:v>37500000</c:v>
                </c:pt>
                <c:pt idx="75">
                  <c:v>38000000</c:v>
                </c:pt>
                <c:pt idx="76">
                  <c:v>38500000</c:v>
                </c:pt>
                <c:pt idx="77">
                  <c:v>39000000</c:v>
                </c:pt>
                <c:pt idx="78">
                  <c:v>39500000</c:v>
                </c:pt>
                <c:pt idx="79">
                  <c:v>40000000</c:v>
                </c:pt>
                <c:pt idx="80">
                  <c:v>40500000</c:v>
                </c:pt>
                <c:pt idx="81">
                  <c:v>41000000</c:v>
                </c:pt>
                <c:pt idx="82">
                  <c:v>41500000</c:v>
                </c:pt>
                <c:pt idx="83">
                  <c:v>42000000</c:v>
                </c:pt>
                <c:pt idx="84">
                  <c:v>42500000</c:v>
                </c:pt>
                <c:pt idx="85">
                  <c:v>43000000</c:v>
                </c:pt>
                <c:pt idx="86">
                  <c:v>43500000</c:v>
                </c:pt>
                <c:pt idx="87">
                  <c:v>44000000</c:v>
                </c:pt>
                <c:pt idx="88">
                  <c:v>44500000</c:v>
                </c:pt>
                <c:pt idx="89">
                  <c:v>45000000</c:v>
                </c:pt>
                <c:pt idx="90">
                  <c:v>45500000</c:v>
                </c:pt>
                <c:pt idx="91">
                  <c:v>46000000</c:v>
                </c:pt>
                <c:pt idx="92">
                  <c:v>46500000</c:v>
                </c:pt>
                <c:pt idx="93">
                  <c:v>47000000</c:v>
                </c:pt>
                <c:pt idx="94">
                  <c:v>47500000</c:v>
                </c:pt>
                <c:pt idx="95">
                  <c:v>48000000</c:v>
                </c:pt>
                <c:pt idx="96">
                  <c:v>48500000</c:v>
                </c:pt>
                <c:pt idx="97">
                  <c:v>49000000</c:v>
                </c:pt>
                <c:pt idx="98">
                  <c:v>49500000</c:v>
                </c:pt>
                <c:pt idx="99">
                  <c:v>50000000</c:v>
                </c:pt>
              </c:numCache>
            </c:numRef>
          </c:cat>
          <c:val>
            <c:numRef>
              <c:f>'Exp 1'!$C$3:$C$101</c:f>
              <c:numCache>
                <c:formatCode>General</c:formatCode>
                <c:ptCount val="99"/>
                <c:pt idx="0">
                  <c:v>5.7369000000000003E-2</c:v>
                </c:pt>
                <c:pt idx="1">
                  <c:v>7.7443999999999999E-2</c:v>
                </c:pt>
                <c:pt idx="2">
                  <c:v>0.10519000000000001</c:v>
                </c:pt>
                <c:pt idx="3">
                  <c:v>0.141235</c:v>
                </c:pt>
                <c:pt idx="4">
                  <c:v>0.16212299999999999</c:v>
                </c:pt>
                <c:pt idx="5">
                  <c:v>0.19031300000000001</c:v>
                </c:pt>
                <c:pt idx="6">
                  <c:v>0.216007</c:v>
                </c:pt>
                <c:pt idx="7">
                  <c:v>0.24682999999999999</c:v>
                </c:pt>
                <c:pt idx="8">
                  <c:v>0.27104200000000001</c:v>
                </c:pt>
                <c:pt idx="9">
                  <c:v>0.30373800000000001</c:v>
                </c:pt>
                <c:pt idx="10">
                  <c:v>0.32888699999999998</c:v>
                </c:pt>
                <c:pt idx="11">
                  <c:v>0.35206700000000002</c:v>
                </c:pt>
                <c:pt idx="12">
                  <c:v>0.38367099999999998</c:v>
                </c:pt>
                <c:pt idx="13">
                  <c:v>0.42525499999999999</c:v>
                </c:pt>
                <c:pt idx="14">
                  <c:v>0.42996400000000001</c:v>
                </c:pt>
                <c:pt idx="15">
                  <c:v>0.45899499999999999</c:v>
                </c:pt>
                <c:pt idx="16">
                  <c:v>0.48621900000000001</c:v>
                </c:pt>
                <c:pt idx="17">
                  <c:v>0.51826799999999995</c:v>
                </c:pt>
                <c:pt idx="18">
                  <c:v>0.54452800000000001</c:v>
                </c:pt>
                <c:pt idx="19">
                  <c:v>0.57940000000000003</c:v>
                </c:pt>
                <c:pt idx="20">
                  <c:v>0.58825499999999997</c:v>
                </c:pt>
                <c:pt idx="21">
                  <c:v>0.62415799999999999</c:v>
                </c:pt>
                <c:pt idx="22">
                  <c:v>0.63791100000000001</c:v>
                </c:pt>
                <c:pt idx="23">
                  <c:v>0.68166499999999997</c:v>
                </c:pt>
                <c:pt idx="24">
                  <c:v>0.71145599999999998</c:v>
                </c:pt>
                <c:pt idx="25">
                  <c:v>0.71885600000000005</c:v>
                </c:pt>
                <c:pt idx="26">
                  <c:v>0.75280599999999998</c:v>
                </c:pt>
                <c:pt idx="27">
                  <c:v>0.78059699999999999</c:v>
                </c:pt>
                <c:pt idx="28">
                  <c:v>0.81652499999999995</c:v>
                </c:pt>
                <c:pt idx="29">
                  <c:v>0.84878299999999995</c:v>
                </c:pt>
                <c:pt idx="30">
                  <c:v>0.85994400000000004</c:v>
                </c:pt>
                <c:pt idx="31">
                  <c:v>0.88193100000000002</c:v>
                </c:pt>
                <c:pt idx="32">
                  <c:v>0.92116299999999995</c:v>
                </c:pt>
                <c:pt idx="33">
                  <c:v>0.93709299999999995</c:v>
                </c:pt>
                <c:pt idx="34">
                  <c:v>0.96216800000000002</c:v>
                </c:pt>
                <c:pt idx="35">
                  <c:v>1.010942</c:v>
                </c:pt>
                <c:pt idx="36">
                  <c:v>1.015746</c:v>
                </c:pt>
                <c:pt idx="37">
                  <c:v>1.0570459999999999</c:v>
                </c:pt>
                <c:pt idx="38">
                  <c:v>1.072551</c:v>
                </c:pt>
                <c:pt idx="39">
                  <c:v>1.095601</c:v>
                </c:pt>
                <c:pt idx="40">
                  <c:v>1.139667</c:v>
                </c:pt>
                <c:pt idx="41">
                  <c:v>1.1555949999999999</c:v>
                </c:pt>
                <c:pt idx="42">
                  <c:v>1.187589</c:v>
                </c:pt>
                <c:pt idx="43">
                  <c:v>1.2178359999999999</c:v>
                </c:pt>
                <c:pt idx="44">
                  <c:v>1.2381759999999999</c:v>
                </c:pt>
                <c:pt idx="45">
                  <c:v>1.2723500000000001</c:v>
                </c:pt>
                <c:pt idx="46">
                  <c:v>1.3016749999999999</c:v>
                </c:pt>
                <c:pt idx="47">
                  <c:v>1.3274729999999999</c:v>
                </c:pt>
                <c:pt idx="48">
                  <c:v>1.3540650000000001</c:v>
                </c:pt>
                <c:pt idx="49">
                  <c:v>1.37758</c:v>
                </c:pt>
                <c:pt idx="50">
                  <c:v>1.393418</c:v>
                </c:pt>
                <c:pt idx="51">
                  <c:v>1.419049</c:v>
                </c:pt>
                <c:pt idx="52">
                  <c:v>1.454285</c:v>
                </c:pt>
                <c:pt idx="53">
                  <c:v>1.4942800000000001</c:v>
                </c:pt>
                <c:pt idx="54">
                  <c:v>1.5150159999999999</c:v>
                </c:pt>
                <c:pt idx="55">
                  <c:v>1.529784</c:v>
                </c:pt>
                <c:pt idx="56">
                  <c:v>1.6841170000000001</c:v>
                </c:pt>
                <c:pt idx="57">
                  <c:v>1.5890880000000001</c:v>
                </c:pt>
                <c:pt idx="58">
                  <c:v>1.6553389999999999</c:v>
                </c:pt>
                <c:pt idx="59">
                  <c:v>1.615567</c:v>
                </c:pt>
                <c:pt idx="60">
                  <c:v>1.6687749999999999</c:v>
                </c:pt>
                <c:pt idx="61">
                  <c:v>1.681773</c:v>
                </c:pt>
                <c:pt idx="62">
                  <c:v>1.731492</c:v>
                </c:pt>
                <c:pt idx="63">
                  <c:v>1.770057</c:v>
                </c:pt>
                <c:pt idx="64">
                  <c:v>1.799704</c:v>
                </c:pt>
                <c:pt idx="65">
                  <c:v>1.8033189999999999</c:v>
                </c:pt>
                <c:pt idx="66">
                  <c:v>1.8254840000000001</c:v>
                </c:pt>
                <c:pt idx="67">
                  <c:v>1.866878</c:v>
                </c:pt>
                <c:pt idx="68">
                  <c:v>1.9137999999999999</c:v>
                </c:pt>
                <c:pt idx="69">
                  <c:v>1.917789</c:v>
                </c:pt>
                <c:pt idx="70">
                  <c:v>1.9526159999999999</c:v>
                </c:pt>
                <c:pt idx="71">
                  <c:v>1.963705</c:v>
                </c:pt>
                <c:pt idx="72">
                  <c:v>2.00447</c:v>
                </c:pt>
                <c:pt idx="73">
                  <c:v>2.0333320000000001</c:v>
                </c:pt>
                <c:pt idx="74">
                  <c:v>2.0585450000000001</c:v>
                </c:pt>
                <c:pt idx="75">
                  <c:v>2.097604</c:v>
                </c:pt>
                <c:pt idx="76">
                  <c:v>2.1264470000000002</c:v>
                </c:pt>
                <c:pt idx="77">
                  <c:v>2.165044</c:v>
                </c:pt>
                <c:pt idx="78">
                  <c:v>2.1372939999999998</c:v>
                </c:pt>
                <c:pt idx="79">
                  <c:v>2.1959680000000001</c:v>
                </c:pt>
                <c:pt idx="80">
                  <c:v>2.223322</c:v>
                </c:pt>
                <c:pt idx="81">
                  <c:v>2.2615780000000001</c:v>
                </c:pt>
                <c:pt idx="82">
                  <c:v>2.2654019999999999</c:v>
                </c:pt>
                <c:pt idx="83">
                  <c:v>2.3333930000000001</c:v>
                </c:pt>
                <c:pt idx="84">
                  <c:v>2.3235640000000002</c:v>
                </c:pt>
                <c:pt idx="85">
                  <c:v>2.3352469999999999</c:v>
                </c:pt>
                <c:pt idx="86">
                  <c:v>2.357065</c:v>
                </c:pt>
                <c:pt idx="87">
                  <c:v>2.4188649999999998</c:v>
                </c:pt>
                <c:pt idx="88">
                  <c:v>2.4079739999999998</c:v>
                </c:pt>
                <c:pt idx="89">
                  <c:v>2.42428</c:v>
                </c:pt>
                <c:pt idx="90">
                  <c:v>2.506135</c:v>
                </c:pt>
                <c:pt idx="91">
                  <c:v>2.514713</c:v>
                </c:pt>
                <c:pt idx="92">
                  <c:v>2.542843</c:v>
                </c:pt>
                <c:pt idx="93">
                  <c:v>2.5552990000000002</c:v>
                </c:pt>
                <c:pt idx="94">
                  <c:v>2.6045970000000001</c:v>
                </c:pt>
                <c:pt idx="95">
                  <c:v>2.6057540000000001</c:v>
                </c:pt>
                <c:pt idx="96">
                  <c:v>2.6277699999999999</c:v>
                </c:pt>
                <c:pt idx="97">
                  <c:v>2.6666989999999999</c:v>
                </c:pt>
                <c:pt idx="98">
                  <c:v>2.7145570000000001</c:v>
                </c:pt>
              </c:numCache>
              <c:extLst/>
            </c:numRef>
          </c:val>
          <c:smooth val="0"/>
          <c:extLst>
            <c:ext xmlns:c16="http://schemas.microsoft.com/office/drawing/2014/chart" uri="{C3380CC4-5D6E-409C-BE32-E72D297353CC}">
              <c16:uniqueId val="{00000001-9FCA-457D-9EB9-544A1D58B267}"/>
            </c:ext>
          </c:extLst>
        </c:ser>
        <c:ser>
          <c:idx val="3"/>
          <c:order val="3"/>
          <c:tx>
            <c:strRef>
              <c:f>'Exp 1'!$D$1</c:f>
              <c:strCache>
                <c:ptCount val="1"/>
                <c:pt idx="0">
                  <c:v>MMap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cat>
            <c:numRef>
              <c:f>'Exp 1'!$A$2:$A$101</c:f>
              <c:numCache>
                <c:formatCode>General</c:formatCode>
                <c:ptCount val="100"/>
                <c:pt idx="0">
                  <c:v>500000</c:v>
                </c:pt>
                <c:pt idx="1">
                  <c:v>1000000</c:v>
                </c:pt>
                <c:pt idx="2">
                  <c:v>1500000</c:v>
                </c:pt>
                <c:pt idx="3">
                  <c:v>2000000</c:v>
                </c:pt>
                <c:pt idx="4">
                  <c:v>2500000</c:v>
                </c:pt>
                <c:pt idx="5">
                  <c:v>3000000</c:v>
                </c:pt>
                <c:pt idx="6">
                  <c:v>3500000</c:v>
                </c:pt>
                <c:pt idx="7">
                  <c:v>4000000</c:v>
                </c:pt>
                <c:pt idx="8">
                  <c:v>4500000</c:v>
                </c:pt>
                <c:pt idx="9">
                  <c:v>5000000</c:v>
                </c:pt>
                <c:pt idx="10">
                  <c:v>5500000</c:v>
                </c:pt>
                <c:pt idx="11">
                  <c:v>6000000</c:v>
                </c:pt>
                <c:pt idx="12">
                  <c:v>6500000</c:v>
                </c:pt>
                <c:pt idx="13">
                  <c:v>7000000</c:v>
                </c:pt>
                <c:pt idx="14">
                  <c:v>7500000</c:v>
                </c:pt>
                <c:pt idx="15">
                  <c:v>8000000</c:v>
                </c:pt>
                <c:pt idx="16">
                  <c:v>8500000</c:v>
                </c:pt>
                <c:pt idx="17">
                  <c:v>9000000</c:v>
                </c:pt>
                <c:pt idx="18">
                  <c:v>9500000</c:v>
                </c:pt>
                <c:pt idx="19">
                  <c:v>10000000</c:v>
                </c:pt>
                <c:pt idx="20">
                  <c:v>10500000</c:v>
                </c:pt>
                <c:pt idx="21">
                  <c:v>11000000</c:v>
                </c:pt>
                <c:pt idx="22">
                  <c:v>11500000</c:v>
                </c:pt>
                <c:pt idx="23">
                  <c:v>12000000</c:v>
                </c:pt>
                <c:pt idx="24">
                  <c:v>12500000</c:v>
                </c:pt>
                <c:pt idx="25">
                  <c:v>13000000</c:v>
                </c:pt>
                <c:pt idx="26">
                  <c:v>13500000</c:v>
                </c:pt>
                <c:pt idx="27">
                  <c:v>14000000</c:v>
                </c:pt>
                <c:pt idx="28">
                  <c:v>14500000</c:v>
                </c:pt>
                <c:pt idx="29">
                  <c:v>15000000</c:v>
                </c:pt>
                <c:pt idx="30">
                  <c:v>15500000</c:v>
                </c:pt>
                <c:pt idx="31">
                  <c:v>16000000</c:v>
                </c:pt>
                <c:pt idx="32">
                  <c:v>16500000</c:v>
                </c:pt>
                <c:pt idx="33">
                  <c:v>17000000</c:v>
                </c:pt>
                <c:pt idx="34">
                  <c:v>17500000</c:v>
                </c:pt>
                <c:pt idx="35">
                  <c:v>18000000</c:v>
                </c:pt>
                <c:pt idx="36">
                  <c:v>18500000</c:v>
                </c:pt>
                <c:pt idx="37">
                  <c:v>19000000</c:v>
                </c:pt>
                <c:pt idx="38">
                  <c:v>19500000</c:v>
                </c:pt>
                <c:pt idx="39">
                  <c:v>20000000</c:v>
                </c:pt>
                <c:pt idx="40">
                  <c:v>20500000</c:v>
                </c:pt>
                <c:pt idx="41">
                  <c:v>21000000</c:v>
                </c:pt>
                <c:pt idx="42">
                  <c:v>21500000</c:v>
                </c:pt>
                <c:pt idx="43">
                  <c:v>22000000</c:v>
                </c:pt>
                <c:pt idx="44">
                  <c:v>22500000</c:v>
                </c:pt>
                <c:pt idx="45">
                  <c:v>23000000</c:v>
                </c:pt>
                <c:pt idx="46">
                  <c:v>23500000</c:v>
                </c:pt>
                <c:pt idx="47">
                  <c:v>24000000</c:v>
                </c:pt>
                <c:pt idx="48">
                  <c:v>24500000</c:v>
                </c:pt>
                <c:pt idx="49">
                  <c:v>25000000</c:v>
                </c:pt>
                <c:pt idx="50">
                  <c:v>25500000</c:v>
                </c:pt>
                <c:pt idx="51">
                  <c:v>26000000</c:v>
                </c:pt>
                <c:pt idx="52">
                  <c:v>26500000</c:v>
                </c:pt>
                <c:pt idx="53">
                  <c:v>27000000</c:v>
                </c:pt>
                <c:pt idx="54">
                  <c:v>27500000</c:v>
                </c:pt>
                <c:pt idx="55">
                  <c:v>28000000</c:v>
                </c:pt>
                <c:pt idx="56">
                  <c:v>28500000</c:v>
                </c:pt>
                <c:pt idx="57">
                  <c:v>29000000</c:v>
                </c:pt>
                <c:pt idx="58">
                  <c:v>29500000</c:v>
                </c:pt>
                <c:pt idx="59">
                  <c:v>30000000</c:v>
                </c:pt>
                <c:pt idx="60">
                  <c:v>30500000</c:v>
                </c:pt>
                <c:pt idx="61">
                  <c:v>31000000</c:v>
                </c:pt>
                <c:pt idx="62">
                  <c:v>31500000</c:v>
                </c:pt>
                <c:pt idx="63">
                  <c:v>32000000</c:v>
                </c:pt>
                <c:pt idx="64">
                  <c:v>32500000</c:v>
                </c:pt>
                <c:pt idx="65">
                  <c:v>33000000</c:v>
                </c:pt>
                <c:pt idx="66">
                  <c:v>33500000</c:v>
                </c:pt>
                <c:pt idx="67">
                  <c:v>34000000</c:v>
                </c:pt>
                <c:pt idx="68">
                  <c:v>34500000</c:v>
                </c:pt>
                <c:pt idx="69">
                  <c:v>35000000</c:v>
                </c:pt>
                <c:pt idx="70">
                  <c:v>35500000</c:v>
                </c:pt>
                <c:pt idx="71">
                  <c:v>36000000</c:v>
                </c:pt>
                <c:pt idx="72">
                  <c:v>36500000</c:v>
                </c:pt>
                <c:pt idx="73">
                  <c:v>37000000</c:v>
                </c:pt>
                <c:pt idx="74">
                  <c:v>37500000</c:v>
                </c:pt>
                <c:pt idx="75">
                  <c:v>38000000</c:v>
                </c:pt>
                <c:pt idx="76">
                  <c:v>38500000</c:v>
                </c:pt>
                <c:pt idx="77">
                  <c:v>39000000</c:v>
                </c:pt>
                <c:pt idx="78">
                  <c:v>39500000</c:v>
                </c:pt>
                <c:pt idx="79">
                  <c:v>40000000</c:v>
                </c:pt>
                <c:pt idx="80">
                  <c:v>40500000</c:v>
                </c:pt>
                <c:pt idx="81">
                  <c:v>41000000</c:v>
                </c:pt>
                <c:pt idx="82">
                  <c:v>41500000</c:v>
                </c:pt>
                <c:pt idx="83">
                  <c:v>42000000</c:v>
                </c:pt>
                <c:pt idx="84">
                  <c:v>42500000</c:v>
                </c:pt>
                <c:pt idx="85">
                  <c:v>43000000</c:v>
                </c:pt>
                <c:pt idx="86">
                  <c:v>43500000</c:v>
                </c:pt>
                <c:pt idx="87">
                  <c:v>44000000</c:v>
                </c:pt>
                <c:pt idx="88">
                  <c:v>44500000</c:v>
                </c:pt>
                <c:pt idx="89">
                  <c:v>45000000</c:v>
                </c:pt>
                <c:pt idx="90">
                  <c:v>45500000</c:v>
                </c:pt>
                <c:pt idx="91">
                  <c:v>46000000</c:v>
                </c:pt>
                <c:pt idx="92">
                  <c:v>46500000</c:v>
                </c:pt>
                <c:pt idx="93">
                  <c:v>47000000</c:v>
                </c:pt>
                <c:pt idx="94">
                  <c:v>47500000</c:v>
                </c:pt>
                <c:pt idx="95">
                  <c:v>48000000</c:v>
                </c:pt>
                <c:pt idx="96">
                  <c:v>48500000</c:v>
                </c:pt>
                <c:pt idx="97">
                  <c:v>49000000</c:v>
                </c:pt>
                <c:pt idx="98">
                  <c:v>49500000</c:v>
                </c:pt>
                <c:pt idx="99">
                  <c:v>50000000</c:v>
                </c:pt>
              </c:numCache>
            </c:numRef>
          </c:cat>
          <c:val>
            <c:numRef>
              <c:f>'Exp 1'!$D$3:$D$101</c:f>
              <c:numCache>
                <c:formatCode>General</c:formatCode>
                <c:ptCount val="99"/>
                <c:pt idx="0">
                  <c:v>5.8618999999999997E-2</c:v>
                </c:pt>
                <c:pt idx="1">
                  <c:v>8.2194000000000003E-2</c:v>
                </c:pt>
                <c:pt idx="2">
                  <c:v>0.111233</c:v>
                </c:pt>
                <c:pt idx="3">
                  <c:v>0.15257399999999999</c:v>
                </c:pt>
                <c:pt idx="4">
                  <c:v>0.17727599999999999</c:v>
                </c:pt>
                <c:pt idx="5">
                  <c:v>0.203372</c:v>
                </c:pt>
                <c:pt idx="6">
                  <c:v>0.22347600000000001</c:v>
                </c:pt>
                <c:pt idx="7">
                  <c:v>0.26661000000000001</c:v>
                </c:pt>
                <c:pt idx="8">
                  <c:v>0.27961900000000001</c:v>
                </c:pt>
                <c:pt idx="9">
                  <c:v>0.31645099999999998</c:v>
                </c:pt>
                <c:pt idx="10">
                  <c:v>0.34278599999999998</c:v>
                </c:pt>
                <c:pt idx="11">
                  <c:v>0.36995600000000001</c:v>
                </c:pt>
                <c:pt idx="12">
                  <c:v>0.40579599999999999</c:v>
                </c:pt>
                <c:pt idx="13">
                  <c:v>0.438253</c:v>
                </c:pt>
                <c:pt idx="14">
                  <c:v>0.44382300000000002</c:v>
                </c:pt>
                <c:pt idx="15">
                  <c:v>0.48359099999999999</c:v>
                </c:pt>
                <c:pt idx="16">
                  <c:v>0.49770199999999998</c:v>
                </c:pt>
                <c:pt idx="17">
                  <c:v>0.54272900000000002</c:v>
                </c:pt>
                <c:pt idx="18">
                  <c:v>0.56437899999999996</c:v>
                </c:pt>
                <c:pt idx="19">
                  <c:v>0.60303799999999996</c:v>
                </c:pt>
                <c:pt idx="20">
                  <c:v>0.61129299999999998</c:v>
                </c:pt>
                <c:pt idx="21">
                  <c:v>0.65112400000000004</c:v>
                </c:pt>
                <c:pt idx="22">
                  <c:v>0.69210300000000002</c:v>
                </c:pt>
                <c:pt idx="23">
                  <c:v>0.70136399999999999</c:v>
                </c:pt>
                <c:pt idx="24">
                  <c:v>0.727877</c:v>
                </c:pt>
                <c:pt idx="25">
                  <c:v>0.76249299999999998</c:v>
                </c:pt>
                <c:pt idx="26">
                  <c:v>0.79197799999999996</c:v>
                </c:pt>
                <c:pt idx="27">
                  <c:v>0.817334</c:v>
                </c:pt>
                <c:pt idx="28">
                  <c:v>0.856209</c:v>
                </c:pt>
                <c:pt idx="29">
                  <c:v>0.86851500000000004</c:v>
                </c:pt>
                <c:pt idx="30">
                  <c:v>0.89895000000000003</c:v>
                </c:pt>
                <c:pt idx="31">
                  <c:v>0.91461400000000004</c:v>
                </c:pt>
                <c:pt idx="32">
                  <c:v>0.95457199999999998</c:v>
                </c:pt>
                <c:pt idx="33">
                  <c:v>0.97121999999999997</c:v>
                </c:pt>
                <c:pt idx="34">
                  <c:v>1.0075970000000001</c:v>
                </c:pt>
                <c:pt idx="35">
                  <c:v>1.0426569999999999</c:v>
                </c:pt>
                <c:pt idx="36">
                  <c:v>1.0618460000000001</c:v>
                </c:pt>
                <c:pt idx="37">
                  <c:v>1.1013090000000001</c:v>
                </c:pt>
                <c:pt idx="38">
                  <c:v>1.1180399999999999</c:v>
                </c:pt>
                <c:pt idx="39">
                  <c:v>1.148045</c:v>
                </c:pt>
                <c:pt idx="40">
                  <c:v>1.1702170000000001</c:v>
                </c:pt>
                <c:pt idx="41">
                  <c:v>1.188912</c:v>
                </c:pt>
                <c:pt idx="42">
                  <c:v>1.225082</c:v>
                </c:pt>
                <c:pt idx="43">
                  <c:v>1.261666</c:v>
                </c:pt>
                <c:pt idx="44">
                  <c:v>1.283374</c:v>
                </c:pt>
                <c:pt idx="45">
                  <c:v>1.3220719999999999</c:v>
                </c:pt>
                <c:pt idx="46">
                  <c:v>1.346849</c:v>
                </c:pt>
                <c:pt idx="47">
                  <c:v>1.4005160000000001</c:v>
                </c:pt>
                <c:pt idx="48">
                  <c:v>1.381327</c:v>
                </c:pt>
                <c:pt idx="49">
                  <c:v>1.4250499999999999</c:v>
                </c:pt>
                <c:pt idx="50">
                  <c:v>1.4482489999999999</c:v>
                </c:pt>
                <c:pt idx="51">
                  <c:v>1.4867429999999999</c:v>
                </c:pt>
                <c:pt idx="52">
                  <c:v>1.5132030000000001</c:v>
                </c:pt>
                <c:pt idx="53">
                  <c:v>1.5265660000000001</c:v>
                </c:pt>
                <c:pt idx="54">
                  <c:v>1.5553920000000001</c:v>
                </c:pt>
                <c:pt idx="55">
                  <c:v>1.5878410000000001</c:v>
                </c:pt>
                <c:pt idx="56">
                  <c:v>1.626546</c:v>
                </c:pt>
                <c:pt idx="57">
                  <c:v>1.6628309999999999</c:v>
                </c:pt>
                <c:pt idx="58">
                  <c:v>1.6576150000000001</c:v>
                </c:pt>
                <c:pt idx="59">
                  <c:v>1.6855469999999999</c:v>
                </c:pt>
                <c:pt idx="60">
                  <c:v>1.7081379999999999</c:v>
                </c:pt>
                <c:pt idx="61">
                  <c:v>1.7368760000000001</c:v>
                </c:pt>
                <c:pt idx="62">
                  <c:v>1.7642420000000001</c:v>
                </c:pt>
                <c:pt idx="63">
                  <c:v>1.7858830000000001</c:v>
                </c:pt>
                <c:pt idx="64">
                  <c:v>1.8399589999999999</c:v>
                </c:pt>
                <c:pt idx="65">
                  <c:v>1.8754120000000001</c:v>
                </c:pt>
                <c:pt idx="66">
                  <c:v>1.8713200000000001</c:v>
                </c:pt>
                <c:pt idx="67">
                  <c:v>1.895246</c:v>
                </c:pt>
                <c:pt idx="68">
                  <c:v>1.9418610000000001</c:v>
                </c:pt>
                <c:pt idx="69">
                  <c:v>1.973252</c:v>
                </c:pt>
                <c:pt idx="70">
                  <c:v>2.0045320000000002</c:v>
                </c:pt>
                <c:pt idx="71">
                  <c:v>2.0220470000000001</c:v>
                </c:pt>
                <c:pt idx="72">
                  <c:v>2.042249</c:v>
                </c:pt>
                <c:pt idx="73">
                  <c:v>2.089426</c:v>
                </c:pt>
                <c:pt idx="74">
                  <c:v>2.1049159999999998</c:v>
                </c:pt>
                <c:pt idx="75">
                  <c:v>2.1257190000000001</c:v>
                </c:pt>
                <c:pt idx="76">
                  <c:v>2.154379</c:v>
                </c:pt>
                <c:pt idx="77">
                  <c:v>2.1869160000000001</c:v>
                </c:pt>
                <c:pt idx="78">
                  <c:v>2.2079049999999998</c:v>
                </c:pt>
                <c:pt idx="79">
                  <c:v>2.2378550000000001</c:v>
                </c:pt>
                <c:pt idx="80">
                  <c:v>2.2630330000000001</c:v>
                </c:pt>
                <c:pt idx="81">
                  <c:v>2.312573</c:v>
                </c:pt>
                <c:pt idx="82">
                  <c:v>2.3556339999999998</c:v>
                </c:pt>
                <c:pt idx="83">
                  <c:v>2.3545129999999999</c:v>
                </c:pt>
                <c:pt idx="84">
                  <c:v>2.3825750000000001</c:v>
                </c:pt>
                <c:pt idx="85">
                  <c:v>2.413332</c:v>
                </c:pt>
                <c:pt idx="86">
                  <c:v>2.4302630000000001</c:v>
                </c:pt>
                <c:pt idx="87">
                  <c:v>2.4783559999999998</c:v>
                </c:pt>
                <c:pt idx="88">
                  <c:v>2.469964</c:v>
                </c:pt>
                <c:pt idx="89">
                  <c:v>2.5085999999999999</c:v>
                </c:pt>
                <c:pt idx="90">
                  <c:v>2.5416089999999998</c:v>
                </c:pt>
                <c:pt idx="91">
                  <c:v>2.5440109999999998</c:v>
                </c:pt>
                <c:pt idx="92">
                  <c:v>2.5815039999999998</c:v>
                </c:pt>
                <c:pt idx="93">
                  <c:v>2.6072099999999998</c:v>
                </c:pt>
                <c:pt idx="94">
                  <c:v>2.6601210000000002</c:v>
                </c:pt>
                <c:pt idx="95">
                  <c:v>2.6859350000000002</c:v>
                </c:pt>
                <c:pt idx="96">
                  <c:v>2.688097</c:v>
                </c:pt>
                <c:pt idx="97">
                  <c:v>2.727328</c:v>
                </c:pt>
                <c:pt idx="98">
                  <c:v>2.7668879999999998</c:v>
                </c:pt>
              </c:numCache>
              <c:extLst/>
            </c:numRef>
          </c:val>
          <c:smooth val="0"/>
          <c:extLst>
            <c:ext xmlns:c16="http://schemas.microsoft.com/office/drawing/2014/chart" uri="{C3380CC4-5D6E-409C-BE32-E72D297353CC}">
              <c16:uniqueId val="{00000002-9FCA-457D-9EB9-544A1D58B267}"/>
            </c:ext>
          </c:extLst>
        </c:ser>
        <c:ser>
          <c:idx val="4"/>
          <c:order val="4"/>
          <c:tx>
            <c:strRef>
              <c:f>'Exp 1'!$E$1</c:f>
              <c:strCache>
                <c:ptCount val="1"/>
                <c:pt idx="0">
                  <c:v>Threads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cat>
            <c:numRef>
              <c:f>'Exp 1'!$A$2:$A$101</c:f>
              <c:numCache>
                <c:formatCode>General</c:formatCode>
                <c:ptCount val="100"/>
                <c:pt idx="0">
                  <c:v>500000</c:v>
                </c:pt>
                <c:pt idx="1">
                  <c:v>1000000</c:v>
                </c:pt>
                <c:pt idx="2">
                  <c:v>1500000</c:v>
                </c:pt>
                <c:pt idx="3">
                  <c:v>2000000</c:v>
                </c:pt>
                <c:pt idx="4">
                  <c:v>2500000</c:v>
                </c:pt>
                <c:pt idx="5">
                  <c:v>3000000</c:v>
                </c:pt>
                <c:pt idx="6">
                  <c:v>3500000</c:v>
                </c:pt>
                <c:pt idx="7">
                  <c:v>4000000</c:v>
                </c:pt>
                <c:pt idx="8">
                  <c:v>4500000</c:v>
                </c:pt>
                <c:pt idx="9">
                  <c:v>5000000</c:v>
                </c:pt>
                <c:pt idx="10">
                  <c:v>5500000</c:v>
                </c:pt>
                <c:pt idx="11">
                  <c:v>6000000</c:v>
                </c:pt>
                <c:pt idx="12">
                  <c:v>6500000</c:v>
                </c:pt>
                <c:pt idx="13">
                  <c:v>7000000</c:v>
                </c:pt>
                <c:pt idx="14">
                  <c:v>7500000</c:v>
                </c:pt>
                <c:pt idx="15">
                  <c:v>8000000</c:v>
                </c:pt>
                <c:pt idx="16">
                  <c:v>8500000</c:v>
                </c:pt>
                <c:pt idx="17">
                  <c:v>9000000</c:v>
                </c:pt>
                <c:pt idx="18">
                  <c:v>9500000</c:v>
                </c:pt>
                <c:pt idx="19">
                  <c:v>10000000</c:v>
                </c:pt>
                <c:pt idx="20">
                  <c:v>10500000</c:v>
                </c:pt>
                <c:pt idx="21">
                  <c:v>11000000</c:v>
                </c:pt>
                <c:pt idx="22">
                  <c:v>11500000</c:v>
                </c:pt>
                <c:pt idx="23">
                  <c:v>12000000</c:v>
                </c:pt>
                <c:pt idx="24">
                  <c:v>12500000</c:v>
                </c:pt>
                <c:pt idx="25">
                  <c:v>13000000</c:v>
                </c:pt>
                <c:pt idx="26">
                  <c:v>13500000</c:v>
                </c:pt>
                <c:pt idx="27">
                  <c:v>14000000</c:v>
                </c:pt>
                <c:pt idx="28">
                  <c:v>14500000</c:v>
                </c:pt>
                <c:pt idx="29">
                  <c:v>15000000</c:v>
                </c:pt>
                <c:pt idx="30">
                  <c:v>15500000</c:v>
                </c:pt>
                <c:pt idx="31">
                  <c:v>16000000</c:v>
                </c:pt>
                <c:pt idx="32">
                  <c:v>16500000</c:v>
                </c:pt>
                <c:pt idx="33">
                  <c:v>17000000</c:v>
                </c:pt>
                <c:pt idx="34">
                  <c:v>17500000</c:v>
                </c:pt>
                <c:pt idx="35">
                  <c:v>18000000</c:v>
                </c:pt>
                <c:pt idx="36">
                  <c:v>18500000</c:v>
                </c:pt>
                <c:pt idx="37">
                  <c:v>19000000</c:v>
                </c:pt>
                <c:pt idx="38">
                  <c:v>19500000</c:v>
                </c:pt>
                <c:pt idx="39">
                  <c:v>20000000</c:v>
                </c:pt>
                <c:pt idx="40">
                  <c:v>20500000</c:v>
                </c:pt>
                <c:pt idx="41">
                  <c:v>21000000</c:v>
                </c:pt>
                <c:pt idx="42">
                  <c:v>21500000</c:v>
                </c:pt>
                <c:pt idx="43">
                  <c:v>22000000</c:v>
                </c:pt>
                <c:pt idx="44">
                  <c:v>22500000</c:v>
                </c:pt>
                <c:pt idx="45">
                  <c:v>23000000</c:v>
                </c:pt>
                <c:pt idx="46">
                  <c:v>23500000</c:v>
                </c:pt>
                <c:pt idx="47">
                  <c:v>24000000</c:v>
                </c:pt>
                <c:pt idx="48">
                  <c:v>24500000</c:v>
                </c:pt>
                <c:pt idx="49">
                  <c:v>25000000</c:v>
                </c:pt>
                <c:pt idx="50">
                  <c:v>25500000</c:v>
                </c:pt>
                <c:pt idx="51">
                  <c:v>26000000</c:v>
                </c:pt>
                <c:pt idx="52">
                  <c:v>26500000</c:v>
                </c:pt>
                <c:pt idx="53">
                  <c:v>27000000</c:v>
                </c:pt>
                <c:pt idx="54">
                  <c:v>27500000</c:v>
                </c:pt>
                <c:pt idx="55">
                  <c:v>28000000</c:v>
                </c:pt>
                <c:pt idx="56">
                  <c:v>28500000</c:v>
                </c:pt>
                <c:pt idx="57">
                  <c:v>29000000</c:v>
                </c:pt>
                <c:pt idx="58">
                  <c:v>29500000</c:v>
                </c:pt>
                <c:pt idx="59">
                  <c:v>30000000</c:v>
                </c:pt>
                <c:pt idx="60">
                  <c:v>30500000</c:v>
                </c:pt>
                <c:pt idx="61">
                  <c:v>31000000</c:v>
                </c:pt>
                <c:pt idx="62">
                  <c:v>31500000</c:v>
                </c:pt>
                <c:pt idx="63">
                  <c:v>32000000</c:v>
                </c:pt>
                <c:pt idx="64">
                  <c:v>32500000</c:v>
                </c:pt>
                <c:pt idx="65">
                  <c:v>33000000</c:v>
                </c:pt>
                <c:pt idx="66">
                  <c:v>33500000</c:v>
                </c:pt>
                <c:pt idx="67">
                  <c:v>34000000</c:v>
                </c:pt>
                <c:pt idx="68">
                  <c:v>34500000</c:v>
                </c:pt>
                <c:pt idx="69">
                  <c:v>35000000</c:v>
                </c:pt>
                <c:pt idx="70">
                  <c:v>35500000</c:v>
                </c:pt>
                <c:pt idx="71">
                  <c:v>36000000</c:v>
                </c:pt>
                <c:pt idx="72">
                  <c:v>36500000</c:v>
                </c:pt>
                <c:pt idx="73">
                  <c:v>37000000</c:v>
                </c:pt>
                <c:pt idx="74">
                  <c:v>37500000</c:v>
                </c:pt>
                <c:pt idx="75">
                  <c:v>38000000</c:v>
                </c:pt>
                <c:pt idx="76">
                  <c:v>38500000</c:v>
                </c:pt>
                <c:pt idx="77">
                  <c:v>39000000</c:v>
                </c:pt>
                <c:pt idx="78">
                  <c:v>39500000</c:v>
                </c:pt>
                <c:pt idx="79">
                  <c:v>40000000</c:v>
                </c:pt>
                <c:pt idx="80">
                  <c:v>40500000</c:v>
                </c:pt>
                <c:pt idx="81">
                  <c:v>41000000</c:v>
                </c:pt>
                <c:pt idx="82">
                  <c:v>41500000</c:v>
                </c:pt>
                <c:pt idx="83">
                  <c:v>42000000</c:v>
                </c:pt>
                <c:pt idx="84">
                  <c:v>42500000</c:v>
                </c:pt>
                <c:pt idx="85">
                  <c:v>43000000</c:v>
                </c:pt>
                <c:pt idx="86">
                  <c:v>43500000</c:v>
                </c:pt>
                <c:pt idx="87">
                  <c:v>44000000</c:v>
                </c:pt>
                <c:pt idx="88">
                  <c:v>44500000</c:v>
                </c:pt>
                <c:pt idx="89">
                  <c:v>45000000</c:v>
                </c:pt>
                <c:pt idx="90">
                  <c:v>45500000</c:v>
                </c:pt>
                <c:pt idx="91">
                  <c:v>46000000</c:v>
                </c:pt>
                <c:pt idx="92">
                  <c:v>46500000</c:v>
                </c:pt>
                <c:pt idx="93">
                  <c:v>47000000</c:v>
                </c:pt>
                <c:pt idx="94">
                  <c:v>47500000</c:v>
                </c:pt>
                <c:pt idx="95">
                  <c:v>48000000</c:v>
                </c:pt>
                <c:pt idx="96">
                  <c:v>48500000</c:v>
                </c:pt>
                <c:pt idx="97">
                  <c:v>49000000</c:v>
                </c:pt>
                <c:pt idx="98">
                  <c:v>49500000</c:v>
                </c:pt>
                <c:pt idx="99">
                  <c:v>50000000</c:v>
                </c:pt>
              </c:numCache>
            </c:numRef>
          </c:cat>
          <c:val>
            <c:numRef>
              <c:f>'Exp 1'!$E$3:$E$101</c:f>
              <c:numCache>
                <c:formatCode>General</c:formatCode>
                <c:ptCount val="99"/>
                <c:pt idx="0">
                  <c:v>5.3289999999999997E-2</c:v>
                </c:pt>
                <c:pt idx="1">
                  <c:v>7.9217999999999997E-2</c:v>
                </c:pt>
                <c:pt idx="2">
                  <c:v>0.109012</c:v>
                </c:pt>
                <c:pt idx="3">
                  <c:v>0.14522699999999999</c:v>
                </c:pt>
                <c:pt idx="4">
                  <c:v>0.16145100000000001</c:v>
                </c:pt>
                <c:pt idx="5">
                  <c:v>0.196302</c:v>
                </c:pt>
                <c:pt idx="6">
                  <c:v>0.21415300000000001</c:v>
                </c:pt>
                <c:pt idx="7">
                  <c:v>0.25148100000000001</c:v>
                </c:pt>
                <c:pt idx="8">
                  <c:v>0.27489999999999998</c:v>
                </c:pt>
                <c:pt idx="9">
                  <c:v>0.295261</c:v>
                </c:pt>
                <c:pt idx="10">
                  <c:v>0.32780900000000002</c:v>
                </c:pt>
                <c:pt idx="11">
                  <c:v>0.354244</c:v>
                </c:pt>
                <c:pt idx="12">
                  <c:v>0.397424</c:v>
                </c:pt>
                <c:pt idx="13">
                  <c:v>0.39885500000000002</c:v>
                </c:pt>
                <c:pt idx="14">
                  <c:v>0.43803500000000001</c:v>
                </c:pt>
                <c:pt idx="15">
                  <c:v>0.46173799999999998</c:v>
                </c:pt>
                <c:pt idx="16">
                  <c:v>0.49012800000000001</c:v>
                </c:pt>
                <c:pt idx="17">
                  <c:v>0.51591699999999996</c:v>
                </c:pt>
                <c:pt idx="18">
                  <c:v>0.53611399999999998</c:v>
                </c:pt>
                <c:pt idx="19">
                  <c:v>0.56408999999999998</c:v>
                </c:pt>
                <c:pt idx="20">
                  <c:v>0.60104599999999997</c:v>
                </c:pt>
                <c:pt idx="21">
                  <c:v>0.61880000000000002</c:v>
                </c:pt>
                <c:pt idx="22">
                  <c:v>0.64387799999999995</c:v>
                </c:pt>
                <c:pt idx="23">
                  <c:v>0.66903299999999999</c:v>
                </c:pt>
                <c:pt idx="24">
                  <c:v>0.70337400000000005</c:v>
                </c:pt>
                <c:pt idx="25">
                  <c:v>0.72353500000000004</c:v>
                </c:pt>
                <c:pt idx="26">
                  <c:v>0.76117999999999997</c:v>
                </c:pt>
                <c:pt idx="27">
                  <c:v>0.77522400000000002</c:v>
                </c:pt>
                <c:pt idx="28">
                  <c:v>0.80827899999999997</c:v>
                </c:pt>
                <c:pt idx="29">
                  <c:v>0.84438299999999999</c:v>
                </c:pt>
                <c:pt idx="30">
                  <c:v>0.86160499999999995</c:v>
                </c:pt>
                <c:pt idx="31">
                  <c:v>0.89542999999999995</c:v>
                </c:pt>
                <c:pt idx="32">
                  <c:v>0.91664000000000001</c:v>
                </c:pt>
                <c:pt idx="33">
                  <c:v>0.94433100000000003</c:v>
                </c:pt>
                <c:pt idx="34">
                  <c:v>0.96606800000000004</c:v>
                </c:pt>
                <c:pt idx="35">
                  <c:v>0.99819599999999997</c:v>
                </c:pt>
                <c:pt idx="36">
                  <c:v>1.029094</c:v>
                </c:pt>
                <c:pt idx="37">
                  <c:v>1.058076</c:v>
                </c:pt>
                <c:pt idx="38">
                  <c:v>1.0663549999999999</c:v>
                </c:pt>
                <c:pt idx="39">
                  <c:v>1.126058</c:v>
                </c:pt>
                <c:pt idx="40">
                  <c:v>1.138196</c:v>
                </c:pt>
                <c:pt idx="41">
                  <c:v>1.144215</c:v>
                </c:pt>
                <c:pt idx="42">
                  <c:v>1.186728</c:v>
                </c:pt>
                <c:pt idx="43">
                  <c:v>1.2166079999999999</c:v>
                </c:pt>
                <c:pt idx="44">
                  <c:v>1.2366010000000001</c:v>
                </c:pt>
                <c:pt idx="45">
                  <c:v>1.2546079999999999</c:v>
                </c:pt>
                <c:pt idx="46">
                  <c:v>1.2959970000000001</c:v>
                </c:pt>
                <c:pt idx="47">
                  <c:v>1.3118529999999999</c:v>
                </c:pt>
                <c:pt idx="48">
                  <c:v>1.335755</c:v>
                </c:pt>
                <c:pt idx="49">
                  <c:v>1.367164</c:v>
                </c:pt>
                <c:pt idx="50">
                  <c:v>1.406207</c:v>
                </c:pt>
                <c:pt idx="51">
                  <c:v>1.428399</c:v>
                </c:pt>
                <c:pt idx="52">
                  <c:v>1.457174</c:v>
                </c:pt>
                <c:pt idx="53">
                  <c:v>1.4804710000000001</c:v>
                </c:pt>
                <c:pt idx="54">
                  <c:v>1.509018</c:v>
                </c:pt>
                <c:pt idx="55">
                  <c:v>1.5441149999999999</c:v>
                </c:pt>
                <c:pt idx="56">
                  <c:v>1.567728</c:v>
                </c:pt>
                <c:pt idx="57">
                  <c:v>1.585277</c:v>
                </c:pt>
                <c:pt idx="58">
                  <c:v>1.636412</c:v>
                </c:pt>
                <c:pt idx="59">
                  <c:v>1.633589</c:v>
                </c:pt>
                <c:pt idx="60">
                  <c:v>1.6553340000000001</c:v>
                </c:pt>
                <c:pt idx="61">
                  <c:v>1.683122</c:v>
                </c:pt>
                <c:pt idx="62">
                  <c:v>1.702078</c:v>
                </c:pt>
                <c:pt idx="63">
                  <c:v>1.7254179999999999</c:v>
                </c:pt>
                <c:pt idx="64">
                  <c:v>1.765452</c:v>
                </c:pt>
                <c:pt idx="65">
                  <c:v>1.8127899999999999</c:v>
                </c:pt>
                <c:pt idx="66">
                  <c:v>1.837412</c:v>
                </c:pt>
                <c:pt idx="67">
                  <c:v>1.849577</c:v>
                </c:pt>
                <c:pt idx="68">
                  <c:v>1.879203</c:v>
                </c:pt>
                <c:pt idx="69">
                  <c:v>1.884093</c:v>
                </c:pt>
                <c:pt idx="70">
                  <c:v>1.9216150000000001</c:v>
                </c:pt>
                <c:pt idx="71">
                  <c:v>1.975814</c:v>
                </c:pt>
                <c:pt idx="72">
                  <c:v>1.971433</c:v>
                </c:pt>
                <c:pt idx="73">
                  <c:v>1.989989</c:v>
                </c:pt>
                <c:pt idx="74">
                  <c:v>2.0437059999999998</c:v>
                </c:pt>
                <c:pt idx="75">
                  <c:v>2.0536370000000002</c:v>
                </c:pt>
                <c:pt idx="76">
                  <c:v>2.093807</c:v>
                </c:pt>
                <c:pt idx="77">
                  <c:v>2.1350639999999999</c:v>
                </c:pt>
                <c:pt idx="78">
                  <c:v>2.137159</c:v>
                </c:pt>
                <c:pt idx="79">
                  <c:v>2.1433059999999999</c:v>
                </c:pt>
                <c:pt idx="80">
                  <c:v>2.1959080000000002</c:v>
                </c:pt>
                <c:pt idx="81">
                  <c:v>2.2292200000000002</c:v>
                </c:pt>
                <c:pt idx="82">
                  <c:v>2.2653319999999999</c:v>
                </c:pt>
                <c:pt idx="83">
                  <c:v>2.289069</c:v>
                </c:pt>
                <c:pt idx="84">
                  <c:v>2.3017530000000002</c:v>
                </c:pt>
                <c:pt idx="85">
                  <c:v>2.319502</c:v>
                </c:pt>
                <c:pt idx="86">
                  <c:v>2.350749</c:v>
                </c:pt>
                <c:pt idx="87">
                  <c:v>2.3710529999999999</c:v>
                </c:pt>
                <c:pt idx="88">
                  <c:v>2.3860389999999998</c:v>
                </c:pt>
                <c:pt idx="89">
                  <c:v>2.4083920000000001</c:v>
                </c:pt>
                <c:pt idx="90">
                  <c:v>2.4460440000000001</c:v>
                </c:pt>
                <c:pt idx="91">
                  <c:v>2.4663050000000002</c:v>
                </c:pt>
                <c:pt idx="92">
                  <c:v>2.5113159999999999</c:v>
                </c:pt>
                <c:pt idx="93">
                  <c:v>2.5284089999999999</c:v>
                </c:pt>
                <c:pt idx="94">
                  <c:v>2.5605419999999999</c:v>
                </c:pt>
                <c:pt idx="95">
                  <c:v>2.5626820000000001</c:v>
                </c:pt>
                <c:pt idx="96">
                  <c:v>2.6060319999999999</c:v>
                </c:pt>
                <c:pt idx="97">
                  <c:v>2.6376569999999999</c:v>
                </c:pt>
                <c:pt idx="98">
                  <c:v>2.6528800000000001</c:v>
                </c:pt>
              </c:numCache>
              <c:extLst/>
            </c:numRef>
          </c:val>
          <c:smooth val="0"/>
          <c:extLst>
            <c:ext xmlns:c16="http://schemas.microsoft.com/office/drawing/2014/chart" uri="{C3380CC4-5D6E-409C-BE32-E72D297353CC}">
              <c16:uniqueId val="{00000003-9FCA-457D-9EB9-544A1D58B2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391343168"/>
        <c:axId val="391344128"/>
        <c:extLst>
          <c:ext xmlns:c15="http://schemas.microsoft.com/office/drawing/2012/chart" uri="{02D57815-91ED-43cb-92C2-25804820EDAC}">
            <c15:filteredLine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'Exp 1'!$A$1</c15:sqref>
                        </c15:formulaRef>
                      </c:ext>
                    </c:extLst>
                    <c:strCache>
                      <c:ptCount val="1"/>
                      <c:pt idx="0">
                        <c:v>N</c:v>
                      </c:pt>
                    </c:strCache>
                  </c:strRef>
                </c:tx>
                <c:spPr>
                  <a:ln w="28575" cap="rnd">
                    <a:solidFill>
                      <a:schemeClr val="accent1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>
                      <c:ext uri="{02D57815-91ED-43cb-92C2-25804820EDAC}">
                        <c15:formulaRef>
                          <c15:sqref>'Exp 1'!$A$2:$A$101</c15:sqref>
                        </c15:formulaRef>
                      </c:ext>
                    </c:extLst>
                    <c:numCache>
                      <c:formatCode>General</c:formatCode>
                      <c:ptCount val="100"/>
                      <c:pt idx="0">
                        <c:v>500000</c:v>
                      </c:pt>
                      <c:pt idx="1">
                        <c:v>1000000</c:v>
                      </c:pt>
                      <c:pt idx="2">
                        <c:v>1500000</c:v>
                      </c:pt>
                      <c:pt idx="3">
                        <c:v>2000000</c:v>
                      </c:pt>
                      <c:pt idx="4">
                        <c:v>2500000</c:v>
                      </c:pt>
                      <c:pt idx="5">
                        <c:v>3000000</c:v>
                      </c:pt>
                      <c:pt idx="6">
                        <c:v>3500000</c:v>
                      </c:pt>
                      <c:pt idx="7">
                        <c:v>4000000</c:v>
                      </c:pt>
                      <c:pt idx="8">
                        <c:v>4500000</c:v>
                      </c:pt>
                      <c:pt idx="9">
                        <c:v>5000000</c:v>
                      </c:pt>
                      <c:pt idx="10">
                        <c:v>5500000</c:v>
                      </c:pt>
                      <c:pt idx="11">
                        <c:v>6000000</c:v>
                      </c:pt>
                      <c:pt idx="12">
                        <c:v>6500000</c:v>
                      </c:pt>
                      <c:pt idx="13">
                        <c:v>7000000</c:v>
                      </c:pt>
                      <c:pt idx="14">
                        <c:v>7500000</c:v>
                      </c:pt>
                      <c:pt idx="15">
                        <c:v>8000000</c:v>
                      </c:pt>
                      <c:pt idx="16">
                        <c:v>8500000</c:v>
                      </c:pt>
                      <c:pt idx="17">
                        <c:v>9000000</c:v>
                      </c:pt>
                      <c:pt idx="18">
                        <c:v>9500000</c:v>
                      </c:pt>
                      <c:pt idx="19">
                        <c:v>10000000</c:v>
                      </c:pt>
                      <c:pt idx="20">
                        <c:v>10500000</c:v>
                      </c:pt>
                      <c:pt idx="21">
                        <c:v>11000000</c:v>
                      </c:pt>
                      <c:pt idx="22">
                        <c:v>11500000</c:v>
                      </c:pt>
                      <c:pt idx="23">
                        <c:v>12000000</c:v>
                      </c:pt>
                      <c:pt idx="24">
                        <c:v>12500000</c:v>
                      </c:pt>
                      <c:pt idx="25">
                        <c:v>13000000</c:v>
                      </c:pt>
                      <c:pt idx="26">
                        <c:v>13500000</c:v>
                      </c:pt>
                      <c:pt idx="27">
                        <c:v>14000000</c:v>
                      </c:pt>
                      <c:pt idx="28">
                        <c:v>14500000</c:v>
                      </c:pt>
                      <c:pt idx="29">
                        <c:v>15000000</c:v>
                      </c:pt>
                      <c:pt idx="30">
                        <c:v>15500000</c:v>
                      </c:pt>
                      <c:pt idx="31">
                        <c:v>16000000</c:v>
                      </c:pt>
                      <c:pt idx="32">
                        <c:v>16500000</c:v>
                      </c:pt>
                      <c:pt idx="33">
                        <c:v>17000000</c:v>
                      </c:pt>
                      <c:pt idx="34">
                        <c:v>17500000</c:v>
                      </c:pt>
                      <c:pt idx="35">
                        <c:v>18000000</c:v>
                      </c:pt>
                      <c:pt idx="36">
                        <c:v>18500000</c:v>
                      </c:pt>
                      <c:pt idx="37">
                        <c:v>19000000</c:v>
                      </c:pt>
                      <c:pt idx="38">
                        <c:v>19500000</c:v>
                      </c:pt>
                      <c:pt idx="39">
                        <c:v>20000000</c:v>
                      </c:pt>
                      <c:pt idx="40">
                        <c:v>20500000</c:v>
                      </c:pt>
                      <c:pt idx="41">
                        <c:v>21000000</c:v>
                      </c:pt>
                      <c:pt idx="42">
                        <c:v>21500000</c:v>
                      </c:pt>
                      <c:pt idx="43">
                        <c:v>22000000</c:v>
                      </c:pt>
                      <c:pt idx="44">
                        <c:v>22500000</c:v>
                      </c:pt>
                      <c:pt idx="45">
                        <c:v>23000000</c:v>
                      </c:pt>
                      <c:pt idx="46">
                        <c:v>23500000</c:v>
                      </c:pt>
                      <c:pt idx="47">
                        <c:v>24000000</c:v>
                      </c:pt>
                      <c:pt idx="48">
                        <c:v>24500000</c:v>
                      </c:pt>
                      <c:pt idx="49">
                        <c:v>25000000</c:v>
                      </c:pt>
                      <c:pt idx="50">
                        <c:v>25500000</c:v>
                      </c:pt>
                      <c:pt idx="51">
                        <c:v>26000000</c:v>
                      </c:pt>
                      <c:pt idx="52">
                        <c:v>26500000</c:v>
                      </c:pt>
                      <c:pt idx="53">
                        <c:v>27000000</c:v>
                      </c:pt>
                      <c:pt idx="54">
                        <c:v>27500000</c:v>
                      </c:pt>
                      <c:pt idx="55">
                        <c:v>28000000</c:v>
                      </c:pt>
                      <c:pt idx="56">
                        <c:v>28500000</c:v>
                      </c:pt>
                      <c:pt idx="57">
                        <c:v>29000000</c:v>
                      </c:pt>
                      <c:pt idx="58">
                        <c:v>29500000</c:v>
                      </c:pt>
                      <c:pt idx="59">
                        <c:v>30000000</c:v>
                      </c:pt>
                      <c:pt idx="60">
                        <c:v>30500000</c:v>
                      </c:pt>
                      <c:pt idx="61">
                        <c:v>31000000</c:v>
                      </c:pt>
                      <c:pt idx="62">
                        <c:v>31500000</c:v>
                      </c:pt>
                      <c:pt idx="63">
                        <c:v>32000000</c:v>
                      </c:pt>
                      <c:pt idx="64">
                        <c:v>32500000</c:v>
                      </c:pt>
                      <c:pt idx="65">
                        <c:v>33000000</c:v>
                      </c:pt>
                      <c:pt idx="66">
                        <c:v>33500000</c:v>
                      </c:pt>
                      <c:pt idx="67">
                        <c:v>34000000</c:v>
                      </c:pt>
                      <c:pt idx="68">
                        <c:v>34500000</c:v>
                      </c:pt>
                      <c:pt idx="69">
                        <c:v>35000000</c:v>
                      </c:pt>
                      <c:pt idx="70">
                        <c:v>35500000</c:v>
                      </c:pt>
                      <c:pt idx="71">
                        <c:v>36000000</c:v>
                      </c:pt>
                      <c:pt idx="72">
                        <c:v>36500000</c:v>
                      </c:pt>
                      <c:pt idx="73">
                        <c:v>37000000</c:v>
                      </c:pt>
                      <c:pt idx="74">
                        <c:v>37500000</c:v>
                      </c:pt>
                      <c:pt idx="75">
                        <c:v>38000000</c:v>
                      </c:pt>
                      <c:pt idx="76">
                        <c:v>38500000</c:v>
                      </c:pt>
                      <c:pt idx="77">
                        <c:v>39000000</c:v>
                      </c:pt>
                      <c:pt idx="78">
                        <c:v>39500000</c:v>
                      </c:pt>
                      <c:pt idx="79">
                        <c:v>40000000</c:v>
                      </c:pt>
                      <c:pt idx="80">
                        <c:v>40500000</c:v>
                      </c:pt>
                      <c:pt idx="81">
                        <c:v>41000000</c:v>
                      </c:pt>
                      <c:pt idx="82">
                        <c:v>41500000</c:v>
                      </c:pt>
                      <c:pt idx="83">
                        <c:v>42000000</c:v>
                      </c:pt>
                      <c:pt idx="84">
                        <c:v>42500000</c:v>
                      </c:pt>
                      <c:pt idx="85">
                        <c:v>43000000</c:v>
                      </c:pt>
                      <c:pt idx="86">
                        <c:v>43500000</c:v>
                      </c:pt>
                      <c:pt idx="87">
                        <c:v>44000000</c:v>
                      </c:pt>
                      <c:pt idx="88">
                        <c:v>44500000</c:v>
                      </c:pt>
                      <c:pt idx="89">
                        <c:v>45000000</c:v>
                      </c:pt>
                      <c:pt idx="90">
                        <c:v>45500000</c:v>
                      </c:pt>
                      <c:pt idx="91">
                        <c:v>46000000</c:v>
                      </c:pt>
                      <c:pt idx="92">
                        <c:v>46500000</c:v>
                      </c:pt>
                      <c:pt idx="93">
                        <c:v>47000000</c:v>
                      </c:pt>
                      <c:pt idx="94">
                        <c:v>47500000</c:v>
                      </c:pt>
                      <c:pt idx="95">
                        <c:v>48000000</c:v>
                      </c:pt>
                      <c:pt idx="96">
                        <c:v>48500000</c:v>
                      </c:pt>
                      <c:pt idx="97">
                        <c:v>49000000</c:v>
                      </c:pt>
                      <c:pt idx="98">
                        <c:v>49500000</c:v>
                      </c:pt>
                      <c:pt idx="99">
                        <c:v>50000000</c:v>
                      </c:pt>
                    </c:numCache>
                  </c:numRef>
                </c:cat>
                <c:val>
                  <c:numRef>
                    <c:extLst>
                      <c:ext uri="{02D57815-91ED-43cb-92C2-25804820EDAC}">
                        <c15:formulaRef>
                          <c15:sqref>'Exp 1'!$A$3:$A$101</c15:sqref>
                        </c15:formulaRef>
                      </c:ext>
                    </c:extLst>
                    <c:numCache>
                      <c:formatCode>General</c:formatCode>
                      <c:ptCount val="99"/>
                      <c:pt idx="0">
                        <c:v>1000000</c:v>
                      </c:pt>
                      <c:pt idx="1">
                        <c:v>1500000</c:v>
                      </c:pt>
                      <c:pt idx="2">
                        <c:v>2000000</c:v>
                      </c:pt>
                      <c:pt idx="3">
                        <c:v>2500000</c:v>
                      </c:pt>
                      <c:pt idx="4">
                        <c:v>3000000</c:v>
                      </c:pt>
                      <c:pt idx="5">
                        <c:v>3500000</c:v>
                      </c:pt>
                      <c:pt idx="6">
                        <c:v>4000000</c:v>
                      </c:pt>
                      <c:pt idx="7">
                        <c:v>4500000</c:v>
                      </c:pt>
                      <c:pt idx="8">
                        <c:v>5000000</c:v>
                      </c:pt>
                      <c:pt idx="9">
                        <c:v>5500000</c:v>
                      </c:pt>
                      <c:pt idx="10">
                        <c:v>6000000</c:v>
                      </c:pt>
                      <c:pt idx="11">
                        <c:v>6500000</c:v>
                      </c:pt>
                      <c:pt idx="12">
                        <c:v>7000000</c:v>
                      </c:pt>
                      <c:pt idx="13">
                        <c:v>7500000</c:v>
                      </c:pt>
                      <c:pt idx="14">
                        <c:v>8000000</c:v>
                      </c:pt>
                      <c:pt idx="15">
                        <c:v>8500000</c:v>
                      </c:pt>
                      <c:pt idx="16">
                        <c:v>9000000</c:v>
                      </c:pt>
                      <c:pt idx="17">
                        <c:v>9500000</c:v>
                      </c:pt>
                      <c:pt idx="18">
                        <c:v>10000000</c:v>
                      </c:pt>
                      <c:pt idx="19">
                        <c:v>10500000</c:v>
                      </c:pt>
                      <c:pt idx="20">
                        <c:v>11000000</c:v>
                      </c:pt>
                      <c:pt idx="21">
                        <c:v>11500000</c:v>
                      </c:pt>
                      <c:pt idx="22">
                        <c:v>12000000</c:v>
                      </c:pt>
                      <c:pt idx="23">
                        <c:v>12500000</c:v>
                      </c:pt>
                      <c:pt idx="24">
                        <c:v>13000000</c:v>
                      </c:pt>
                      <c:pt idx="25">
                        <c:v>13500000</c:v>
                      </c:pt>
                      <c:pt idx="26">
                        <c:v>14000000</c:v>
                      </c:pt>
                      <c:pt idx="27">
                        <c:v>14500000</c:v>
                      </c:pt>
                      <c:pt idx="28">
                        <c:v>15000000</c:v>
                      </c:pt>
                      <c:pt idx="29">
                        <c:v>15500000</c:v>
                      </c:pt>
                      <c:pt idx="30">
                        <c:v>16000000</c:v>
                      </c:pt>
                      <c:pt idx="31">
                        <c:v>16500000</c:v>
                      </c:pt>
                      <c:pt idx="32">
                        <c:v>17000000</c:v>
                      </c:pt>
                      <c:pt idx="33">
                        <c:v>17500000</c:v>
                      </c:pt>
                      <c:pt idx="34">
                        <c:v>18000000</c:v>
                      </c:pt>
                      <c:pt idx="35">
                        <c:v>18500000</c:v>
                      </c:pt>
                      <c:pt idx="36">
                        <c:v>19000000</c:v>
                      </c:pt>
                      <c:pt idx="37">
                        <c:v>19500000</c:v>
                      </c:pt>
                      <c:pt idx="38">
                        <c:v>20000000</c:v>
                      </c:pt>
                      <c:pt idx="39">
                        <c:v>20500000</c:v>
                      </c:pt>
                      <c:pt idx="40">
                        <c:v>21000000</c:v>
                      </c:pt>
                      <c:pt idx="41">
                        <c:v>21500000</c:v>
                      </c:pt>
                      <c:pt idx="42">
                        <c:v>22000000</c:v>
                      </c:pt>
                      <c:pt idx="43">
                        <c:v>22500000</c:v>
                      </c:pt>
                      <c:pt idx="44">
                        <c:v>23000000</c:v>
                      </c:pt>
                      <c:pt idx="45">
                        <c:v>23500000</c:v>
                      </c:pt>
                      <c:pt idx="46">
                        <c:v>24000000</c:v>
                      </c:pt>
                      <c:pt idx="47">
                        <c:v>24500000</c:v>
                      </c:pt>
                      <c:pt idx="48">
                        <c:v>25000000</c:v>
                      </c:pt>
                      <c:pt idx="49">
                        <c:v>25500000</c:v>
                      </c:pt>
                      <c:pt idx="50">
                        <c:v>26000000</c:v>
                      </c:pt>
                      <c:pt idx="51">
                        <c:v>26500000</c:v>
                      </c:pt>
                      <c:pt idx="52">
                        <c:v>27000000</c:v>
                      </c:pt>
                      <c:pt idx="53">
                        <c:v>27500000</c:v>
                      </c:pt>
                      <c:pt idx="54">
                        <c:v>28000000</c:v>
                      </c:pt>
                      <c:pt idx="55">
                        <c:v>28500000</c:v>
                      </c:pt>
                      <c:pt idx="56">
                        <c:v>29000000</c:v>
                      </c:pt>
                      <c:pt idx="57">
                        <c:v>29500000</c:v>
                      </c:pt>
                      <c:pt idx="58">
                        <c:v>30000000</c:v>
                      </c:pt>
                      <c:pt idx="59">
                        <c:v>30500000</c:v>
                      </c:pt>
                      <c:pt idx="60">
                        <c:v>31000000</c:v>
                      </c:pt>
                      <c:pt idx="61">
                        <c:v>31500000</c:v>
                      </c:pt>
                      <c:pt idx="62">
                        <c:v>32000000</c:v>
                      </c:pt>
                      <c:pt idx="63">
                        <c:v>32500000</c:v>
                      </c:pt>
                      <c:pt idx="64">
                        <c:v>33000000</c:v>
                      </c:pt>
                      <c:pt idx="65">
                        <c:v>33500000</c:v>
                      </c:pt>
                      <c:pt idx="66">
                        <c:v>34000000</c:v>
                      </c:pt>
                      <c:pt idx="67">
                        <c:v>34500000</c:v>
                      </c:pt>
                      <c:pt idx="68">
                        <c:v>35000000</c:v>
                      </c:pt>
                      <c:pt idx="69">
                        <c:v>35500000</c:v>
                      </c:pt>
                      <c:pt idx="70">
                        <c:v>36000000</c:v>
                      </c:pt>
                      <c:pt idx="71">
                        <c:v>36500000</c:v>
                      </c:pt>
                      <c:pt idx="72">
                        <c:v>37000000</c:v>
                      </c:pt>
                      <c:pt idx="73">
                        <c:v>37500000</c:v>
                      </c:pt>
                      <c:pt idx="74">
                        <c:v>38000000</c:v>
                      </c:pt>
                      <c:pt idx="75">
                        <c:v>38500000</c:v>
                      </c:pt>
                      <c:pt idx="76">
                        <c:v>39000000</c:v>
                      </c:pt>
                      <c:pt idx="77">
                        <c:v>39500000</c:v>
                      </c:pt>
                      <c:pt idx="78">
                        <c:v>40000000</c:v>
                      </c:pt>
                      <c:pt idx="79">
                        <c:v>40500000</c:v>
                      </c:pt>
                      <c:pt idx="80">
                        <c:v>41000000</c:v>
                      </c:pt>
                      <c:pt idx="81">
                        <c:v>41500000</c:v>
                      </c:pt>
                      <c:pt idx="82">
                        <c:v>42000000</c:v>
                      </c:pt>
                      <c:pt idx="83">
                        <c:v>42500000</c:v>
                      </c:pt>
                      <c:pt idx="84">
                        <c:v>43000000</c:v>
                      </c:pt>
                      <c:pt idx="85">
                        <c:v>43500000</c:v>
                      </c:pt>
                      <c:pt idx="86">
                        <c:v>44000000</c:v>
                      </c:pt>
                      <c:pt idx="87">
                        <c:v>44500000</c:v>
                      </c:pt>
                      <c:pt idx="88">
                        <c:v>45000000</c:v>
                      </c:pt>
                      <c:pt idx="89">
                        <c:v>45500000</c:v>
                      </c:pt>
                      <c:pt idx="90">
                        <c:v>46000000</c:v>
                      </c:pt>
                      <c:pt idx="91">
                        <c:v>46500000</c:v>
                      </c:pt>
                      <c:pt idx="92">
                        <c:v>47000000</c:v>
                      </c:pt>
                      <c:pt idx="93">
                        <c:v>47500000</c:v>
                      </c:pt>
                      <c:pt idx="94">
                        <c:v>48000000</c:v>
                      </c:pt>
                      <c:pt idx="95">
                        <c:v>48500000</c:v>
                      </c:pt>
                      <c:pt idx="96">
                        <c:v>49000000</c:v>
                      </c:pt>
                      <c:pt idx="97">
                        <c:v>49500000</c:v>
                      </c:pt>
                      <c:pt idx="98">
                        <c:v>50000000</c:v>
                      </c:pt>
                    </c:numCache>
                  </c:numRef>
                </c:val>
                <c:smooth val="0"/>
                <c:extLst>
                  <c:ext xmlns:c16="http://schemas.microsoft.com/office/drawing/2014/chart" uri="{C3380CC4-5D6E-409C-BE32-E72D297353CC}">
                    <c16:uniqueId val="{00000004-9FCA-457D-9EB9-544A1D58B267}"/>
                  </c:ext>
                </c:extLst>
              </c15:ser>
            </c15:filteredLineSeries>
          </c:ext>
        </c:extLst>
      </c:lineChart>
      <c:catAx>
        <c:axId val="391343168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N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91344128"/>
        <c:crosses val="autoZero"/>
        <c:auto val="1"/>
        <c:lblAlgn val="ctr"/>
        <c:lblOffset val="100"/>
        <c:noMultiLvlLbl val="0"/>
      </c:catAx>
      <c:valAx>
        <c:axId val="391344128"/>
        <c:scaling>
          <c:orientation val="minMax"/>
          <c:max val="3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913431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dk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lt1"/>
    </a:solidFill>
    <a:ln w="12700" cap="flat" cmpd="sng" algn="ctr">
      <a:solidFill>
        <a:schemeClr val="dk1"/>
      </a:solidFill>
      <a:prstDash val="solid"/>
      <a:miter lim="800000"/>
    </a:ln>
    <a:effectLst/>
  </c:spPr>
  <c:txPr>
    <a:bodyPr/>
    <a:lstStyle/>
    <a:p>
      <a:pPr>
        <a:defRPr>
          <a:solidFill>
            <a:schemeClr val="dk1"/>
          </a:solidFill>
          <a:latin typeface="+mn-lt"/>
          <a:ea typeface="+mn-ea"/>
          <a:cs typeface="+mn-cs"/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Fixed N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dk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1"/>
          <c:order val="1"/>
          <c:tx>
            <c:strRef>
              <c:f>'Exp 2'!$B$1</c:f>
              <c:strCache>
                <c:ptCount val="1"/>
                <c:pt idx="0">
                  <c:v>Sequential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'Exp 2'!$B$2:$B$25</c:f>
              <c:numCache>
                <c:formatCode>General</c:formatCode>
                <c:ptCount val="24"/>
                <c:pt idx="0">
                  <c:v>0.28225299999999998</c:v>
                </c:pt>
                <c:pt idx="1">
                  <c:v>0.28156799999999998</c:v>
                </c:pt>
                <c:pt idx="2">
                  <c:v>0.28218577083333302</c:v>
                </c:pt>
                <c:pt idx="3">
                  <c:v>0.28072900000000001</c:v>
                </c:pt>
                <c:pt idx="4">
                  <c:v>0.28165600000000002</c:v>
                </c:pt>
                <c:pt idx="5">
                  <c:v>0.28201599999999999</c:v>
                </c:pt>
                <c:pt idx="6">
                  <c:v>0.28221099999999999</c:v>
                </c:pt>
                <c:pt idx="7">
                  <c:v>0.28252300000000002</c:v>
                </c:pt>
                <c:pt idx="8">
                  <c:v>0.28204899999999999</c:v>
                </c:pt>
                <c:pt idx="9">
                  <c:v>0.28205000000000002</c:v>
                </c:pt>
                <c:pt idx="10">
                  <c:v>0.28207700000000002</c:v>
                </c:pt>
                <c:pt idx="11">
                  <c:v>0.28183900000000001</c:v>
                </c:pt>
                <c:pt idx="12">
                  <c:v>0.282414</c:v>
                </c:pt>
                <c:pt idx="13">
                  <c:v>0.28236800000000001</c:v>
                </c:pt>
                <c:pt idx="14">
                  <c:v>0.28185300000000002</c:v>
                </c:pt>
                <c:pt idx="15">
                  <c:v>0.281804</c:v>
                </c:pt>
                <c:pt idx="16">
                  <c:v>0.28081200000000001</c:v>
                </c:pt>
                <c:pt idx="17">
                  <c:v>0.28087420000000002</c:v>
                </c:pt>
                <c:pt idx="18">
                  <c:v>0.28079599999999999</c:v>
                </c:pt>
                <c:pt idx="19">
                  <c:v>0.281275</c:v>
                </c:pt>
                <c:pt idx="20">
                  <c:v>0.280642</c:v>
                </c:pt>
                <c:pt idx="21">
                  <c:v>0.28025299999999997</c:v>
                </c:pt>
                <c:pt idx="22">
                  <c:v>0.28026899999999999</c:v>
                </c:pt>
                <c:pt idx="23">
                  <c:v>0.28142800000000001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184-4F96-9541-99F663C8D14B}"/>
            </c:ext>
          </c:extLst>
        </c:ser>
        <c:ser>
          <c:idx val="2"/>
          <c:order val="2"/>
          <c:tx>
            <c:strRef>
              <c:f>'Exp 2'!$C$1</c:f>
              <c:strCache>
                <c:ptCount val="1"/>
                <c:pt idx="0">
                  <c:v>Pipes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val>
            <c:numRef>
              <c:f>'Exp 2'!$C$2:$C$25</c:f>
              <c:numCache>
                <c:formatCode>General</c:formatCode>
                <c:ptCount val="24"/>
                <c:pt idx="0">
                  <c:v>0.28263300000000002</c:v>
                </c:pt>
                <c:pt idx="1">
                  <c:v>0.27790500000000001</c:v>
                </c:pt>
                <c:pt idx="2">
                  <c:v>0.27591399999999999</c:v>
                </c:pt>
                <c:pt idx="3">
                  <c:v>0.27645399999999998</c:v>
                </c:pt>
                <c:pt idx="4">
                  <c:v>0.27756500000000001</c:v>
                </c:pt>
                <c:pt idx="5">
                  <c:v>0.27786499999999997</c:v>
                </c:pt>
                <c:pt idx="6">
                  <c:v>0.278115</c:v>
                </c:pt>
                <c:pt idx="7">
                  <c:v>0.278285</c:v>
                </c:pt>
                <c:pt idx="8">
                  <c:v>0.27588400000000002</c:v>
                </c:pt>
                <c:pt idx="9">
                  <c:v>0.27787800000000001</c:v>
                </c:pt>
                <c:pt idx="10">
                  <c:v>0.27984500000000001</c:v>
                </c:pt>
                <c:pt idx="11">
                  <c:v>0.277924</c:v>
                </c:pt>
                <c:pt idx="12">
                  <c:v>0.27978599999999998</c:v>
                </c:pt>
                <c:pt idx="13">
                  <c:v>0.28027200000000002</c:v>
                </c:pt>
                <c:pt idx="14">
                  <c:v>0.28288000000000002</c:v>
                </c:pt>
                <c:pt idx="15">
                  <c:v>0.282138</c:v>
                </c:pt>
                <c:pt idx="16">
                  <c:v>0.28079599999999999</c:v>
                </c:pt>
                <c:pt idx="17">
                  <c:v>0.279777</c:v>
                </c:pt>
                <c:pt idx="18">
                  <c:v>0.28098299999999998</c:v>
                </c:pt>
                <c:pt idx="19">
                  <c:v>0.279636</c:v>
                </c:pt>
                <c:pt idx="20">
                  <c:v>0.281333</c:v>
                </c:pt>
                <c:pt idx="21">
                  <c:v>0.28220499999999998</c:v>
                </c:pt>
                <c:pt idx="22">
                  <c:v>0.28246599999999999</c:v>
                </c:pt>
                <c:pt idx="23">
                  <c:v>0.281248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184-4F96-9541-99F663C8D14B}"/>
            </c:ext>
          </c:extLst>
        </c:ser>
        <c:ser>
          <c:idx val="3"/>
          <c:order val="3"/>
          <c:tx>
            <c:strRef>
              <c:f>'Exp 2'!$D$1</c:f>
              <c:strCache>
                <c:ptCount val="1"/>
                <c:pt idx="0">
                  <c:v>MMap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val>
            <c:numRef>
              <c:f>'Exp 2'!$D$2:$D$25</c:f>
              <c:numCache>
                <c:formatCode>General</c:formatCode>
                <c:ptCount val="24"/>
                <c:pt idx="0">
                  <c:v>0.28223799999999999</c:v>
                </c:pt>
                <c:pt idx="1">
                  <c:v>0.27848699999999998</c:v>
                </c:pt>
                <c:pt idx="2">
                  <c:v>0.27849000000000002</c:v>
                </c:pt>
                <c:pt idx="3">
                  <c:v>0.278005</c:v>
                </c:pt>
                <c:pt idx="4">
                  <c:v>0.27478799999999998</c:v>
                </c:pt>
                <c:pt idx="5">
                  <c:v>0.27620400000000001</c:v>
                </c:pt>
                <c:pt idx="6">
                  <c:v>0.27620299999999998</c:v>
                </c:pt>
                <c:pt idx="7">
                  <c:v>0.27633099999999999</c:v>
                </c:pt>
                <c:pt idx="8">
                  <c:v>0.27407999999999999</c:v>
                </c:pt>
                <c:pt idx="9">
                  <c:v>0.27826000000000001</c:v>
                </c:pt>
                <c:pt idx="10">
                  <c:v>0.27804800000000002</c:v>
                </c:pt>
                <c:pt idx="11">
                  <c:v>0.27988499999999999</c:v>
                </c:pt>
                <c:pt idx="12">
                  <c:v>0.279366</c:v>
                </c:pt>
                <c:pt idx="13">
                  <c:v>0.28143699999999999</c:v>
                </c:pt>
                <c:pt idx="14">
                  <c:v>0.28143299999999999</c:v>
                </c:pt>
                <c:pt idx="15">
                  <c:v>0.28029399999999999</c:v>
                </c:pt>
                <c:pt idx="16">
                  <c:v>0.278256</c:v>
                </c:pt>
                <c:pt idx="17">
                  <c:v>0.27795700000000001</c:v>
                </c:pt>
                <c:pt idx="18">
                  <c:v>0.27789399999999997</c:v>
                </c:pt>
                <c:pt idx="19">
                  <c:v>0.27739000000000003</c:v>
                </c:pt>
                <c:pt idx="20">
                  <c:v>0.27824100000000002</c:v>
                </c:pt>
                <c:pt idx="21">
                  <c:v>0.2777</c:v>
                </c:pt>
                <c:pt idx="22">
                  <c:v>0.28068500000000002</c:v>
                </c:pt>
                <c:pt idx="23">
                  <c:v>0.278449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184-4F96-9541-99F663C8D14B}"/>
            </c:ext>
          </c:extLst>
        </c:ser>
        <c:ser>
          <c:idx val="4"/>
          <c:order val="4"/>
          <c:tx>
            <c:strRef>
              <c:f>'Exp 2'!$E$1</c:f>
              <c:strCache>
                <c:ptCount val="1"/>
                <c:pt idx="0">
                  <c:v>Threads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val>
            <c:numRef>
              <c:f>'Exp 2'!$E$2:$E$25</c:f>
              <c:numCache>
                <c:formatCode>General</c:formatCode>
                <c:ptCount val="24"/>
                <c:pt idx="0">
                  <c:v>0.28157900000000002</c:v>
                </c:pt>
                <c:pt idx="1">
                  <c:v>0.27211200000000002</c:v>
                </c:pt>
                <c:pt idx="2">
                  <c:v>0.27316099999999999</c:v>
                </c:pt>
                <c:pt idx="3">
                  <c:v>0.27377899999999999</c:v>
                </c:pt>
                <c:pt idx="4">
                  <c:v>0.27332200000000001</c:v>
                </c:pt>
                <c:pt idx="5">
                  <c:v>0.27370899999999998</c:v>
                </c:pt>
                <c:pt idx="6">
                  <c:v>0.27446399999999999</c:v>
                </c:pt>
                <c:pt idx="7">
                  <c:v>0.27331</c:v>
                </c:pt>
                <c:pt idx="8">
                  <c:v>0.27202599999999999</c:v>
                </c:pt>
                <c:pt idx="9">
                  <c:v>0.27495700000000001</c:v>
                </c:pt>
                <c:pt idx="10">
                  <c:v>0.27425500000000003</c:v>
                </c:pt>
                <c:pt idx="11">
                  <c:v>0.27397199999999999</c:v>
                </c:pt>
                <c:pt idx="12">
                  <c:v>0.27804299999999998</c:v>
                </c:pt>
                <c:pt idx="13">
                  <c:v>0.27741900000000003</c:v>
                </c:pt>
                <c:pt idx="14">
                  <c:v>0.27903299999999998</c:v>
                </c:pt>
                <c:pt idx="15">
                  <c:v>0.27724700000000002</c:v>
                </c:pt>
                <c:pt idx="16">
                  <c:v>0.27668799999999999</c:v>
                </c:pt>
                <c:pt idx="17">
                  <c:v>0.27668599999999999</c:v>
                </c:pt>
                <c:pt idx="18">
                  <c:v>0.27655200000000002</c:v>
                </c:pt>
                <c:pt idx="19">
                  <c:v>0.27630900000000003</c:v>
                </c:pt>
                <c:pt idx="20">
                  <c:v>0.27530300000000002</c:v>
                </c:pt>
                <c:pt idx="21">
                  <c:v>0.275258</c:v>
                </c:pt>
                <c:pt idx="22">
                  <c:v>0.27519100000000002</c:v>
                </c:pt>
                <c:pt idx="23">
                  <c:v>0.27677800000000002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184-4F96-9541-99F663C8D14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32601552"/>
        <c:axId val="32612112"/>
        <c:extLst>
          <c:ext xmlns:c15="http://schemas.microsoft.com/office/drawing/2012/chart" uri="{02D57815-91ED-43cb-92C2-25804820EDAC}">
            <c15:filteredLine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'Exp 2'!$A$1</c15:sqref>
                        </c15:formulaRef>
                      </c:ext>
                    </c:extLst>
                    <c:strCache>
                      <c:ptCount val="1"/>
                      <c:pt idx="0">
                        <c:v>n_proc</c:v>
                      </c:pt>
                    </c:strCache>
                  </c:strRef>
                </c:tx>
                <c:spPr>
                  <a:ln w="28575" cap="rnd">
                    <a:solidFill>
                      <a:schemeClr val="accent1"/>
                    </a:solidFill>
                    <a:round/>
                  </a:ln>
                  <a:effectLst/>
                </c:spPr>
                <c:marker>
                  <c:symbol val="none"/>
                </c:marker>
                <c:val>
                  <c:numRef>
                    <c:extLst>
                      <c:ext uri="{02D57815-91ED-43cb-92C2-25804820EDAC}">
                        <c15:formulaRef>
                          <c15:sqref>'Exp 2'!$A$2:$A$25</c15:sqref>
                        </c15:formulaRef>
                      </c:ext>
                    </c:extLst>
                    <c:numCache>
                      <c:formatCode>General</c:formatCode>
                      <c:ptCount val="24"/>
                      <c:pt idx="0">
                        <c:v>1</c:v>
                      </c:pt>
                      <c:pt idx="1">
                        <c:v>2</c:v>
                      </c:pt>
                      <c:pt idx="2">
                        <c:v>3</c:v>
                      </c:pt>
                      <c:pt idx="3">
                        <c:v>4</c:v>
                      </c:pt>
                      <c:pt idx="4">
                        <c:v>5</c:v>
                      </c:pt>
                      <c:pt idx="5">
                        <c:v>6</c:v>
                      </c:pt>
                      <c:pt idx="6">
                        <c:v>7</c:v>
                      </c:pt>
                      <c:pt idx="7">
                        <c:v>8</c:v>
                      </c:pt>
                      <c:pt idx="8">
                        <c:v>9</c:v>
                      </c:pt>
                      <c:pt idx="9">
                        <c:v>10</c:v>
                      </c:pt>
                      <c:pt idx="10">
                        <c:v>11</c:v>
                      </c:pt>
                      <c:pt idx="11">
                        <c:v>12</c:v>
                      </c:pt>
                      <c:pt idx="12">
                        <c:v>13</c:v>
                      </c:pt>
                      <c:pt idx="13">
                        <c:v>14</c:v>
                      </c:pt>
                      <c:pt idx="14">
                        <c:v>15</c:v>
                      </c:pt>
                      <c:pt idx="15">
                        <c:v>16</c:v>
                      </c:pt>
                      <c:pt idx="16">
                        <c:v>17</c:v>
                      </c:pt>
                      <c:pt idx="17">
                        <c:v>18</c:v>
                      </c:pt>
                      <c:pt idx="18">
                        <c:v>19</c:v>
                      </c:pt>
                      <c:pt idx="19">
                        <c:v>20</c:v>
                      </c:pt>
                      <c:pt idx="20">
                        <c:v>21</c:v>
                      </c:pt>
                      <c:pt idx="21">
                        <c:v>22</c:v>
                      </c:pt>
                      <c:pt idx="22">
                        <c:v>23</c:v>
                      </c:pt>
                      <c:pt idx="23">
                        <c:v>24</c:v>
                      </c:pt>
                    </c:numCache>
                  </c:numRef>
                </c:val>
                <c:smooth val="0"/>
                <c:extLst>
                  <c:ext xmlns:c16="http://schemas.microsoft.com/office/drawing/2014/chart" uri="{C3380CC4-5D6E-409C-BE32-E72D297353CC}">
                    <c16:uniqueId val="{00000004-C184-4F96-9541-99F663C8D14B}"/>
                  </c:ext>
                </c:extLst>
              </c15:ser>
            </c15:filteredLineSeries>
          </c:ext>
        </c:extLst>
      </c:lineChart>
      <c:catAx>
        <c:axId val="3260155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n_proc/n_thread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2612112"/>
        <c:crosses val="autoZero"/>
        <c:auto val="1"/>
        <c:lblAlgn val="ctr"/>
        <c:lblOffset val="100"/>
        <c:noMultiLvlLbl val="0"/>
      </c:catAx>
      <c:valAx>
        <c:axId val="3261211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26015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dk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lt1"/>
    </a:solidFill>
    <a:ln w="12700" cap="flat" cmpd="sng" algn="ctr">
      <a:solidFill>
        <a:schemeClr val="dk1"/>
      </a:solidFill>
      <a:prstDash val="solid"/>
      <a:miter lim="800000"/>
    </a:ln>
    <a:effectLst/>
  </c:spPr>
  <c:txPr>
    <a:bodyPr/>
    <a:lstStyle/>
    <a:p>
      <a:pPr>
        <a:defRPr>
          <a:solidFill>
            <a:schemeClr val="dk1"/>
          </a:solidFill>
          <a:latin typeface="+mn-lt"/>
          <a:ea typeface="+mn-ea"/>
          <a:cs typeface="+mn-cs"/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254555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0505C-66A2-4B2C-B123-617913FC3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3F7420-4633-113D-23B8-B239C3687E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50EC84-4735-1CD7-494F-0EB4CDEF6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D63884-63FE-582C-1716-F2F5C19B98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9229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2D66A-C3DB-8F81-534F-5CA03CCBD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3E6A3C-A6A2-7A9A-CC92-2582F4B3BB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BBAAFA-C636-F96B-C1B4-207FBBCE09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F407B9-BCEE-A3E0-2C6F-3A920AD45F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0246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8BBE2-7578-9BEB-14BD-464DB3ACA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B27920-DE4C-B486-AD25-3E21342437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031FEF-273E-9FF7-5447-19A6D6A871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09025C-3118-B675-5E42-3686485C225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2246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10AAE-FA9A-FDB0-4A16-749EDB279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75AD14-EF20-ED17-2BB2-CBA9602CC7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45125E-80DD-71CF-C480-94F05DBABA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DCE490-0CB9-E9AC-F442-0B6B3B3EBA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80099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403B4-A01E-CE00-AA03-31D2D34DF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F6675A-F3EB-4D87-5A73-CA73A2C812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94D731-1EDA-919B-CBA6-BC50CDAF53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4F06EF-CA1D-7117-3E1B-F11E9F77AF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2220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92CBC-4E44-33B0-C480-E182BB6A0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7F4F77-79FA-1FF1-315D-DDA01CB71B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AFB332-1523-E3CE-DFC1-5D3C04AB56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22F444-510A-DB86-37C8-25702CB0E1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5515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B36CC-52C7-E865-03BC-1C2C9F484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37008B-5123-B4BD-1A71-39839D300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9F7F8E-DCFF-118C-885E-A691430818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88BF49-A31E-9FA3-E097-3D6EE0109E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33873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5A6BB-BCDD-90CB-DCE5-D095440BE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5A5009-DD09-FF97-3932-A8CE4C9D20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B83FC9-1E3F-5EF0-A6F2-849EB2FA8E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C0EEA2-1AFC-2142-8E7B-E474B0A7C7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2454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59E7E-9A34-D3F4-38F1-42EE5067F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7B65E7-93FB-6180-3FB0-12C84A28B2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A90E65-3E8F-8C1A-9C39-D2DD0B3D47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7B357F-7248-309D-4FC3-86C9FB9737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99517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EECF95-0FFF-AF7E-D63B-A342C012B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C31A08-1589-DFE0-DF70-6E0B5677F1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F6F86F-BACD-6D2A-D2D5-A49398FF70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A6E4E8-6CE6-07EE-B311-373B9954E2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68007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1F5A7-A541-300A-1F24-A26340151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633D75-3FDA-4445-8C5B-77F23074F3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58953A-C582-5D8C-353E-E2F0298182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BE1D88-728E-A6B2-484C-B3F8EA5732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8649235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96808-B2AF-E4AE-3550-8F695D75A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F9D691-9EF1-5EC9-5DCA-A18F43077F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DFE3AB-E1B3-9739-EB1F-4CEAACB5E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9FC930-0456-7D5A-5667-F62D0C24B2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44690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65E28-9120-0541-E408-8A8D04866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8504F6-CAE7-D386-EAAB-384FD90F89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1A4C6F-0729-8B95-E7CA-D90EE5412C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5D25AB-CEE7-598C-8002-5974DBF4C81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91083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0D90F-A8A8-C6EB-FAA7-9D68F7267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0191E1-98C1-E2ED-26DC-546423C1EA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592794-1B4B-C01E-AA1B-A20223634A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05B037-D931-003C-6854-DC530A7280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43397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5EC77-58BF-C13A-19A4-F7BAFE2B6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1112A7-32B2-7703-C582-E2E1B3000A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C7289E-051A-625B-57D3-BB7F356510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68BA92-3CAC-BEE0-FFE2-6260CC6309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8193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132320" y="-1097280"/>
            <a:ext cx="3657600" cy="3657600"/>
          </a:xfrm>
          <a:prstGeom prst="ellipse">
            <a:avLst/>
          </a:prstGeom>
          <a:solidFill>
            <a:srgbClr val="2D3561">
              <a:alpha val="60000"/>
            </a:srgbClr>
          </a:solidFill>
          <a:ln w="12700">
            <a:solidFill>
              <a:srgbClr val="2D3561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772400" y="2926080"/>
            <a:ext cx="2286000" cy="2286000"/>
          </a:xfrm>
          <a:prstGeom prst="ellipse">
            <a:avLst/>
          </a:prstGeom>
          <a:solidFill>
            <a:srgbClr val="4F8EF7">
              <a:alpha val="30000"/>
            </a:srgbClr>
          </a:solidFill>
          <a:ln w="12700">
            <a:solidFill>
              <a:srgbClr val="4F8EF7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Lab Project 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508760"/>
            <a:ext cx="7772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IPC via Shared Memory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POSIX Threads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mmap_compute  ·  threads_compute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2D3561"/>
          </a:solidFill>
          <a:ln w="12700">
            <a:solidFill>
              <a:srgbClr val="2D35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47731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Roles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023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6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4023360" cy="10972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38912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1 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38912" y="14173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Sama Emad Abu Zahra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38912" y="1874520"/>
            <a:ext cx="3657600" cy="0"/>
          </a:xfrm>
          <a:prstGeom prst="line">
            <a:avLst/>
          </a:prstGeom>
          <a:noFill/>
          <a:ln w="12700">
            <a:solidFill>
              <a:srgbClr val="E0E6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38912" y="1993392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mmap_compute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threads_compute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parse.h (read_numbers_ul)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compute.h (ulfunc_t type)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Wrote test_correctness.c for all 4 functions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correctness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846320" y="1005840"/>
            <a:ext cx="4023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6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846320" y="1005840"/>
            <a:ext cx="4023360" cy="10972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010912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10912" y="14173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Yara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010912" y="1874520"/>
            <a:ext cx="3657600" cy="0"/>
          </a:xfrm>
          <a:prstGeom prst="line">
            <a:avLst/>
          </a:prstGeom>
          <a:noFill/>
          <a:ln w="12700">
            <a:solidFill>
              <a:srgbClr val="E0E6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010912" y="1993392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endParaRPr lang="en-US" sz="1250" dirty="0"/>
          </a:p>
        </p:txBody>
      </p:sp>
      <p:sp>
        <p:nvSpPr>
          <p:cNvPr id="16" name="Text 7">
            <a:extLst>
              <a:ext uri="{FF2B5EF4-FFF2-40B4-BE49-F238E27FC236}">
                <a16:creationId xmlns:a16="http://schemas.microsoft.com/office/drawing/2014/main" id="{87550E9F-D30B-F08A-054A-E036FBD0C477}"/>
              </a:ext>
            </a:extLst>
          </p:cNvPr>
          <p:cNvSpPr/>
          <p:nvPr/>
        </p:nvSpPr>
        <p:spPr>
          <a:xfrm>
            <a:off x="5047488" y="182880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Experiment_1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Experiment_2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both experiments and extracted results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sequential and parallel compute to match the new input function requirements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mmap() – Inputs &amp; Outputs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8595360" cy="566928"/>
          </a:xfrm>
          <a:prstGeom prst="rect">
            <a:avLst/>
          </a:prstGeom>
          <a:solidFill>
            <a:srgbClr val="0D1117"/>
          </a:solidFill>
          <a:ln w="19050">
            <a:solidFill>
              <a:srgbClr val="4F8EF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11480" y="1005840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*mmap(void *addr, size_t length, int prot, int flags, int fd, off_t offset);</a:t>
            </a:r>
            <a:endParaRPr lang="en-US" sz="11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627632"/>
          <a:ext cx="8595360" cy="2304288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5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void *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Hint address for the mapping (NULL = kernel decides)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length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size_t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 of bytes to map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PROT_READ | PROT_WRITE — read/write access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MAP_SHARED | MAP_ANONYMOUS — shared, no file backing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 when MAP_ANONYMOUS is used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off_t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when MAP_ANONYMOUS is used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096512"/>
            <a:ext cx="8595360" cy="685800"/>
          </a:xfrm>
          <a:prstGeom prst="rect">
            <a:avLst/>
          </a:prstGeom>
          <a:solidFill>
            <a:srgbClr val="E8F5E9"/>
          </a:solidFill>
          <a:ln w="1905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457200" y="413308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</a:t>
            </a: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Pointer to the mapped memory region, or </a:t>
            </a:r>
            <a:r>
              <a:rPr lang="en-US" sz="1300" b="1" dirty="0">
                <a:solidFill>
                  <a:srgbClr val="FFA5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MAP_FAILED</a:t>
            </a: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error.  Release with </a:t>
            </a:r>
            <a:r>
              <a:rPr lang="en-US" sz="1300" b="1" dirty="0">
                <a:solidFill>
                  <a:srgbClr val="4F8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munmap(ptr, length)</a:t>
            </a: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mmap_compute – Description &amp; Pseudo-code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374904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6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3749040" cy="10972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103327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389888"/>
            <a:ext cx="3474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
</a:t>
            </a:r>
            <a:endParaRPr lang="en-US" sz="1200" dirty="0"/>
          </a:p>
          <a:p>
            <a:pPr marL="0" indent="0">
              <a:buNone/>
            </a:pPr>
            <a:r>
              <a:rPr lang="en-US" sz="1050" dirty="0">
                <a:solidFill>
                  <a:srgbClr val="4F8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unsigned long mmap_compute(
  const char *filepath,
  int n_proc,
  ulfunc_t f )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</a:t>
            </a:r>
            <a:r>
              <a:rPr lang="en-US" sz="1100" dirty="0">
                <a:solidFill>
                  <a:srgbClr val="4F8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unsigned long</a:t>
            </a: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 write partial results into a MAP_SHARED region — no pipes needed.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4663440" cy="3886200"/>
          </a:xfrm>
          <a:prstGeom prst="rect">
            <a:avLst/>
          </a:prstGeom>
          <a:solidFill>
            <a:srgbClr val="0D1117"/>
          </a:solidFill>
          <a:ln w="12700">
            <a:solidFill>
              <a:srgbClr val="4F8EF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206240" y="960120"/>
            <a:ext cx="4663440" cy="10972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343400" y="103327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Pseudo-code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43400" y="137160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Read nums[] from file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Clamp n_proc ≤ count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3DDC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mmap partials[n_proc]  ← shared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FOR i = 0 to n_proc-1: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start = i * chunk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end = start + chunk - 1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if last: end += remainder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FFA5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FORK child i: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partial = f(nums[start..end])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3DDC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partials[i] = partial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EXIT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WAIT for all children</a:t>
            </a:r>
            <a:endParaRPr lang="en-US" sz="1080" dirty="0"/>
          </a:p>
          <a:p>
            <a:pPr>
              <a:spcAft>
                <a:spcPts val="100"/>
              </a:spcAft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 result = partials[0]</a:t>
            </a:r>
          </a:p>
          <a:p>
            <a:pPr>
              <a:spcAft>
                <a:spcPts val="100"/>
              </a:spcAft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FOR </a:t>
            </a:r>
            <a:r>
              <a:rPr lang="en-US" sz="1080" dirty="0" err="1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1 to n_proc-1:</a:t>
            </a:r>
          </a:p>
          <a:p>
            <a:pPr>
              <a:spcAft>
                <a:spcPts val="100"/>
              </a:spcAft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result = f((int)result, (int)partials[</a:t>
            </a:r>
            <a:r>
              <a:rPr lang="en-US" sz="1080" dirty="0" err="1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</a:t>
            </a:r>
          </a:p>
          <a:p>
            <a:pPr>
              <a:spcAft>
                <a:spcPts val="100"/>
              </a:spcAft>
            </a:pPr>
            <a:r>
              <a:rPr lang="en-US" sz="108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 munmap → return result</a:t>
            </a:r>
            <a:endParaRPr lang="en-US" sz="10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5F44F3-079A-9D47-92DA-4D571C8B8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7271A21-82BD-7456-7DEA-33E9635A478E}"/>
              </a:ext>
            </a:extLst>
          </p:cNvPr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0C10F88-4DB5-F2E0-586F-5440AE72CBCD}"/>
              </a:ext>
            </a:extLst>
          </p:cNvPr>
          <p:cNvSpPr/>
          <p:nvPr/>
        </p:nvSpPr>
        <p:spPr>
          <a:xfrm>
            <a:off x="365760" y="1097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mmap_compute – side note</a:t>
            </a:r>
            <a:endParaRPr lang="en-US" sz="2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35E5AD7-D6AF-304A-95F1-0150B2891D04}"/>
              </a:ext>
            </a:extLst>
          </p:cNvPr>
          <p:cNvSpPr/>
          <p:nvPr/>
        </p:nvSpPr>
        <p:spPr>
          <a:xfrm>
            <a:off x="274320" y="960120"/>
            <a:ext cx="8236634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6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D2E126B-3396-B78F-DD16-00618F2ECFCC}"/>
              </a:ext>
            </a:extLst>
          </p:cNvPr>
          <p:cNvSpPr/>
          <p:nvPr/>
        </p:nvSpPr>
        <p:spPr>
          <a:xfrm>
            <a:off x="274320" y="960120"/>
            <a:ext cx="3749040" cy="10972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478A357-C34A-B008-7220-0C7182E54766}"/>
              </a:ext>
            </a:extLst>
          </p:cNvPr>
          <p:cNvSpPr/>
          <p:nvPr/>
        </p:nvSpPr>
        <p:spPr>
          <a:xfrm>
            <a:off x="411480" y="1229867"/>
            <a:ext cx="8008034" cy="34406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implementation, the partials array is declared as:</a:t>
            </a:r>
          </a:p>
          <a:p>
            <a:r>
              <a:rPr lang="en-US" sz="1400" dirty="0">
                <a:solidFill>
                  <a:srgbClr val="4F8EF7"/>
                </a:solidFill>
                <a:latin typeface="Consolas" pitchFamily="34" charset="0"/>
              </a:rPr>
              <a:t>unsigned long *partials</a:t>
            </a:r>
          </a:p>
          <a:p>
            <a:endParaRPr lang="en-US" sz="1400" dirty="0">
              <a:solidFill>
                <a:srgbClr val="4F8EF7"/>
              </a:solidFill>
              <a:latin typeface="Consolas" pitchFamily="34" charset="0"/>
            </a:endParaRPr>
          </a:p>
          <a:p>
            <a:r>
              <a:rPr lang="en-US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However, when combining results, we cast values to int:</a:t>
            </a:r>
          </a:p>
          <a:p>
            <a:r>
              <a:rPr lang="en-US" sz="1400" dirty="0">
                <a:solidFill>
                  <a:srgbClr val="4F8EF7"/>
                </a:solidFill>
                <a:latin typeface="Consolas" pitchFamily="34" charset="0"/>
              </a:rPr>
              <a:t>result = f((int)result, (int)partials[</a:t>
            </a:r>
            <a:r>
              <a:rPr lang="en-US" sz="1400" dirty="0" err="1">
                <a:solidFill>
                  <a:srgbClr val="4F8EF7"/>
                </a:solidFill>
                <a:latin typeface="Consolas" pitchFamily="34" charset="0"/>
              </a:rPr>
              <a:t>i</a:t>
            </a:r>
            <a:r>
              <a:rPr lang="en-US" sz="1400" dirty="0">
                <a:solidFill>
                  <a:srgbClr val="4F8EF7"/>
                </a:solidFill>
                <a:latin typeface="Consolas" pitchFamily="34" charset="0"/>
              </a:rPr>
              <a:t>]);</a:t>
            </a:r>
          </a:p>
          <a:p>
            <a:endParaRPr lang="en-US" sz="1400" dirty="0">
              <a:solidFill>
                <a:srgbClr val="4F8EF7"/>
              </a:solidFill>
              <a:latin typeface="Consolas" pitchFamily="34" charset="0"/>
            </a:endParaRPr>
          </a:p>
          <a:p>
            <a:endParaRPr lang="en-US" sz="1400" dirty="0">
              <a:solidFill>
                <a:srgbClr val="4F8EF7"/>
              </a:solidFill>
              <a:latin typeface="Consolas" pitchFamily="34" charset="0"/>
            </a:endParaRPr>
          </a:p>
          <a:p>
            <a:r>
              <a:rPr lang="en-US" sz="1400" b="1" dirty="0"/>
              <a:t>⚠️ </a:t>
            </a:r>
            <a:r>
              <a:rPr lang="en-US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casting was used?</a:t>
            </a:r>
            <a:endParaRPr lang="en-US" dirty="0">
              <a:solidFill>
                <a:srgbClr val="1A1F36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 f according to the project requirements is defined to accept:</a:t>
            </a:r>
          </a:p>
          <a:p>
            <a:r>
              <a:rPr lang="en-US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int, int → </a:t>
            </a:r>
            <a:r>
              <a:rPr lang="en-US" dirty="0"/>
              <a:t> unsigned long </a:t>
            </a:r>
            <a:endParaRPr lang="en-US" dirty="0">
              <a:solidFill>
                <a:srgbClr val="1A1F36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intermediate results are stored as unsigned long </a:t>
            </a:r>
          </a:p>
          <a:p>
            <a:r>
              <a:rPr lang="en-US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Therefore, casting is required to match the required function signature</a:t>
            </a:r>
          </a:p>
          <a:p>
            <a:r>
              <a:rPr lang="en-US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avoid casting, we should define a consistent function type:</a:t>
            </a:r>
          </a:p>
          <a:p>
            <a:r>
              <a:rPr lang="en-US" sz="1400" dirty="0">
                <a:solidFill>
                  <a:srgbClr val="4F8EF7"/>
                </a:solidFill>
                <a:latin typeface="Consolas" pitchFamily="34" charset="0"/>
              </a:rPr>
              <a:t>unsigned long f(unsigned long a, unsigned long b);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E9EE1E0-08FE-DF3E-E3FB-F69E4A5A3D64}"/>
              </a:ext>
            </a:extLst>
          </p:cNvPr>
          <p:cNvSpPr/>
          <p:nvPr/>
        </p:nvSpPr>
        <p:spPr>
          <a:xfrm>
            <a:off x="411480" y="1389888"/>
            <a:ext cx="3474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6821971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threads_compute – Description &amp; Pseudo-code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374904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6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3749040" cy="10972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103327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389888"/>
            <a:ext cx="3474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
</a:t>
            </a:r>
            <a:endParaRPr lang="en-US" sz="1200" dirty="0"/>
          </a:p>
          <a:p>
            <a:pPr marL="0" indent="0">
              <a:buNone/>
            </a:pPr>
            <a:r>
              <a:rPr lang="en-US" sz="105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unsigned long threads_compute(
  const char *filepath,
  int n_threads,
  ulfunc_t f )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</a:t>
            </a:r>
            <a:r>
              <a:rPr lang="en-US" sz="110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unsigned long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All threads share nums[] (read-only).
Each thread writes only to its own partials[i] — no mutex needed.
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forking, no pipes, no mmap. Threads communicate via regular array slots.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4663440" cy="3886200"/>
          </a:xfrm>
          <a:prstGeom prst="rect">
            <a:avLst/>
          </a:prstGeom>
          <a:solidFill>
            <a:srgbClr val="0D1117"/>
          </a:solidFill>
          <a:ln w="12700">
            <a:solidFill>
              <a:srgbClr val="00B4D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206240" y="960120"/>
            <a:ext cx="4663440" cy="10972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343400" y="103327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Pseudo-code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43400" y="137160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Read nums[] from file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Clamp n_threads ≤ count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Allocate partials[n_threads]</a:t>
            </a:r>
            <a:endParaRPr lang="en-US" sz="1080" dirty="0"/>
          </a:p>
          <a:p>
            <a:pPr>
              <a:spcAft>
                <a:spcPts val="100"/>
              </a:spcAft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FOR </a:t>
            </a:r>
            <a:r>
              <a:rPr lang="en-US" sz="1080" dirty="0" err="1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0 to n_threads-1:</a:t>
            </a:r>
          </a:p>
          <a:p>
            <a:pPr>
              <a:spcAft>
                <a:spcPts val="100"/>
              </a:spcAft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start = </a:t>
            </a:r>
            <a:r>
              <a:rPr lang="en-US" sz="1080" dirty="0" err="1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* chunk</a:t>
            </a:r>
          </a:p>
          <a:p>
            <a:pPr>
              <a:spcAft>
                <a:spcPts val="100"/>
              </a:spcAft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end = start + chunk - 1</a:t>
            </a:r>
          </a:p>
          <a:p>
            <a:pPr>
              <a:spcAft>
                <a:spcPts val="100"/>
              </a:spcAft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if last: end += remainder</a:t>
            </a:r>
          </a:p>
          <a:p>
            <a:pPr>
              <a:spcAft>
                <a:spcPts val="100"/>
              </a:spcAft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</a:t>
            </a:r>
            <a:r>
              <a:rPr lang="en-US" sz="1080" dirty="0" err="1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args</a:t>
            </a: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r>
              <a:rPr lang="en-US" sz="1080" dirty="0" err="1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 = { </a:t>
            </a:r>
            <a:r>
              <a:rPr lang="en-US" sz="1080" dirty="0" err="1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</a:t>
            </a: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start, end, f, &amp;partials[</a:t>
            </a:r>
            <a:r>
              <a:rPr lang="en-US" sz="1080" dirty="0" err="1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 }</a:t>
            </a:r>
          </a:p>
          <a:p>
            <a:pPr>
              <a:spcAft>
                <a:spcPts val="100"/>
              </a:spcAft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</a:t>
            </a:r>
            <a:r>
              <a:rPr lang="en-US" sz="1080" dirty="0" err="1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pthread_create</a:t>
            </a: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(worker, </a:t>
            </a:r>
            <a:r>
              <a:rPr lang="en-US" sz="1080" dirty="0" err="1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args</a:t>
            </a: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r>
              <a:rPr lang="en-US" sz="1080" dirty="0" err="1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</a:t>
            </a:r>
          </a:p>
          <a:p>
            <a:pPr>
              <a:spcAft>
                <a:spcPts val="100"/>
              </a:spcAft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</a:t>
            </a:r>
            <a:r>
              <a:rPr lang="en-US" sz="1080" dirty="0" err="1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pthread_join</a:t>
            </a: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all threads</a:t>
            </a:r>
            <a:endParaRPr lang="en-US" sz="1080" dirty="0"/>
          </a:p>
          <a:p>
            <a:pPr>
              <a:spcAft>
                <a:spcPts val="100"/>
              </a:spcAft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 result = </a:t>
            </a:r>
            <a:r>
              <a:rPr lang="en-US" sz="1080" dirty="0" err="1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thread_worker</a:t>
            </a: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80" dirty="0" err="1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</a:t>
            </a: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</a:p>
          <a:p>
            <a:pPr>
              <a:spcAft>
                <a:spcPts val="100"/>
              </a:spcAft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partial = </a:t>
            </a:r>
            <a:r>
              <a:rPr lang="en-US" sz="1080" dirty="0" err="1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</a:t>
            </a: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[start]</a:t>
            </a:r>
          </a:p>
          <a:p>
            <a:pPr>
              <a:spcAft>
                <a:spcPts val="100"/>
              </a:spcAft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k = start+1 to end:</a:t>
            </a:r>
          </a:p>
          <a:p>
            <a:pPr>
              <a:spcAft>
                <a:spcPts val="100"/>
              </a:spcAft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partial = f((int)partial, </a:t>
            </a:r>
            <a:r>
              <a:rPr lang="en-US" sz="1080" dirty="0" err="1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</a:t>
            </a: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[k])</a:t>
            </a:r>
          </a:p>
          <a:p>
            <a:pPr>
              <a:spcAft>
                <a:spcPts val="100"/>
              </a:spcAft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*result = partial</a:t>
            </a:r>
          </a:p>
          <a:p>
            <a:pPr>
              <a:spcAft>
                <a:spcPts val="100"/>
              </a:spcAft>
            </a:pPr>
            <a:r>
              <a:rPr lang="en-US" sz="108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 free all → return result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3DDC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thread_worker(arg):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partial = f(nums[start..end])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3DDC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*result = partial</a:t>
            </a:r>
            <a:endParaRPr lang="en-US" sz="10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DBB4AA-4D64-732D-6200-A97F76DCD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3160702-4C9C-7547-67E6-5A06366BF4EA}"/>
              </a:ext>
            </a:extLst>
          </p:cNvPr>
          <p:cNvSpPr/>
          <p:nvPr/>
        </p:nvSpPr>
        <p:spPr>
          <a:xfrm>
            <a:off x="0" y="213741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D9A41B1-2F5D-A8FE-001F-E8C96769C8C9}"/>
              </a:ext>
            </a:extLst>
          </p:cNvPr>
          <p:cNvSpPr/>
          <p:nvPr/>
        </p:nvSpPr>
        <p:spPr>
          <a:xfrm>
            <a:off x="365760" y="224713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pervious project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39965659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sequential_compute — Pseudo-code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3931920" cy="137160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3657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N numbers from a file and applies function f pairwise left-to-right. No forking, no pipes — pure sequential fold.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80560" y="914400"/>
            <a:ext cx="4343400" cy="137160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617720" y="9601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617720" y="132588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sequential_compute(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char *filepath,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int (*f)(int, int)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2423160"/>
            <a:ext cx="8503920" cy="2468880"/>
          </a:xfrm>
          <a:prstGeom prst="rect">
            <a:avLst/>
          </a:prstGeom>
          <a:solidFill>
            <a:srgbClr val="111D2A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2514600"/>
            <a:ext cx="813816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</a:t>
            </a:r>
            <a:r>
              <a:rPr lang="en-US" sz="1300" b="1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sequential_compute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(filepath, f):
    nums ← </a:t>
            </a:r>
            <a:r>
              <a:rPr lang="en-US" sz="130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read_numbers</a:t>
            </a:r>
            <a:r>
              <a:rPr lang="en-US" sz="1300" dirty="0">
                <a:solidFill>
                  <a:srgbClr val="8B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(filepath)         // parse newline or comma separated
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← nums[0]
</a:t>
            </a: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1 </a:t>
            </a: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len(nums) - 1 :
        result ← f(result, nums[i])      // fold left
</a:t>
            </a: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</a:t>
            </a:r>
            <a:r>
              <a:rPr lang="en-US" sz="1300" dirty="0">
                <a:solidFill>
                  <a:srgbClr val="4CA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B3854-6ADE-1361-C926-BC58365BF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478A43A-06D6-0B79-0B1C-69F930775618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20303AF-3C5C-D3B3-2594-B705F57EB492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Parallel Compute - Description</a:t>
            </a:r>
            <a:endParaRPr lang="en-US" sz="2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A68B348-F7F1-BA22-450B-F651397AFFD9}"/>
              </a:ext>
            </a:extLst>
          </p:cNvPr>
          <p:cNvSpPr/>
          <p:nvPr/>
        </p:nvSpPr>
        <p:spPr>
          <a:xfrm>
            <a:off x="457200" y="1325880"/>
            <a:ext cx="8015068" cy="3017521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3B31F22-1334-30EB-0ED4-0FC625DB0246}"/>
              </a:ext>
            </a:extLst>
          </p:cNvPr>
          <p:cNvSpPr/>
          <p:nvPr/>
        </p:nvSpPr>
        <p:spPr>
          <a:xfrm>
            <a:off x="594360" y="145600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20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DA7DDB5-7839-A085-F6AE-B26DCE933E60}"/>
              </a:ext>
            </a:extLst>
          </p:cNvPr>
          <p:cNvSpPr/>
          <p:nvPr/>
        </p:nvSpPr>
        <p:spPr>
          <a:xfrm>
            <a:off x="1041009" y="2440745"/>
            <a:ext cx="7336302" cy="1515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>
                <a:solidFill>
                  <a:schemeClr val="bg1"/>
                </a:solidFill>
              </a:rPr>
              <a:t>Takes:</a:t>
            </a:r>
            <a:endParaRPr lang="en-US" sz="1400" dirty="0">
              <a:solidFill>
                <a:schemeClr val="bg1"/>
              </a:solidFill>
            </a:endParaRPr>
          </a:p>
          <a:p>
            <a:pPr marL="285750" indent="-285750" fontAlgn="base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The path of a file containing N numbers separated by new lines (or commas)</a:t>
            </a:r>
          </a:p>
          <a:p>
            <a:pPr marL="285750" indent="-285750" fontAlgn="base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Number of processes </a:t>
            </a:r>
            <a:r>
              <a:rPr lang="en-US" dirty="0" err="1">
                <a:solidFill>
                  <a:schemeClr val="bg1"/>
                </a:solidFill>
              </a:rPr>
              <a:t>n_proc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  <a:p>
            <a:pPr marL="285750" indent="-285750" fontAlgn="base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A pointer to a function f that takes 2 numbers and returns a number.</a:t>
            </a:r>
          </a:p>
          <a:p>
            <a:pPr fontAlgn="base"/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then does the same as </a:t>
            </a:r>
            <a:r>
              <a:rPr lang="en-US" dirty="0" err="1">
                <a:solidFill>
                  <a:schemeClr val="bg1"/>
                </a:solidFill>
              </a:rPr>
              <a:t>sequential_compute</a:t>
            </a:r>
            <a:r>
              <a:rPr lang="en-US" dirty="0">
                <a:solidFill>
                  <a:schemeClr val="bg1"/>
                </a:solidFill>
              </a:rPr>
              <a:t> except that it splits the computation over </a:t>
            </a:r>
            <a:r>
              <a:rPr lang="en-US" dirty="0" err="1">
                <a:solidFill>
                  <a:schemeClr val="bg1"/>
                </a:solidFill>
              </a:rPr>
              <a:t>n_proc</a:t>
            </a:r>
            <a:r>
              <a:rPr lang="en-US" dirty="0">
                <a:solidFill>
                  <a:schemeClr val="bg1"/>
                </a:solidFill>
              </a:rPr>
              <a:t> processes as evenly as possible.</a:t>
            </a:r>
            <a:endParaRPr lang="en-US" sz="1400" dirty="0">
              <a:solidFill>
                <a:schemeClr val="bg1"/>
              </a:solidFill>
            </a:endParaRPr>
          </a:p>
          <a:p>
            <a:br>
              <a:rPr lang="en-US" sz="1400" dirty="0">
                <a:solidFill>
                  <a:schemeClr val="bg1"/>
                </a:solidFill>
              </a:rPr>
            </a:br>
            <a:endParaRPr 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70020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parallel_compute — Pseudo-code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8503920" cy="3977640"/>
          </a:xfrm>
          <a:prstGeom prst="rect">
            <a:avLst/>
          </a:prstGeom>
          <a:solidFill>
            <a:srgbClr val="111D2A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005840"/>
            <a:ext cx="822960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</a:t>
            </a:r>
            <a:r>
              <a:rPr lang="en-US" sz="1150" b="1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parallel_compute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(filepath, n_proc, f):
    nums  ←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read_numbers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(filepath)
    chunk ← len(nums) / n_proc
    remainder ← len(nums) % n_proc
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0 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n_proc - 1 :
</a:t>
            </a:r>
            <a:r>
              <a:rPr lang="en-US" sz="1150" dirty="0">
                <a:solidFill>
                  <a:srgbClr val="8B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create ctrl_pipe[i], res_pipe[i]
        fork child i
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child :
            start, end ←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r>
              <a:rPr lang="en-US" sz="1150" dirty="0">
                <a:solidFill>
                  <a:srgbClr val="8B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(ctrl_pipe[i])      // receive slice bounds
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partial ← sequential_compute(nums[start..end], f)
           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(res_pipe[i], partial) ; exit()
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 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(parent) :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(ctrl_pipe[i], start, end)
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wait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for all children
    result ←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(res_pipe[0])
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1 TO n_proc-1 : result ← f(result,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(res_pipe[i]))
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</a:t>
            </a:r>
            <a:r>
              <a:rPr lang="en-US" sz="1150" dirty="0">
                <a:solidFill>
                  <a:srgbClr val="4CA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Examples – All 4 Functions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950976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file: [ 1, 2, 3, 4, 5 ]     f = add     Expected result = 15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371600"/>
            <a:ext cx="8595360" cy="79552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6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1371600"/>
            <a:ext cx="109728" cy="79552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14173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sequential_compute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26680" y="1490472"/>
            <a:ext cx="1005840" cy="438912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26680" y="1490472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15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" y="1426464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left: ((((1+2)+3)+4)+5) = 15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1847088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sequential_compute("file.txt", add)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4320" y="2258568"/>
            <a:ext cx="8595360" cy="79552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6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74320" y="2258568"/>
            <a:ext cx="109728" cy="795528"/>
          </a:xfrm>
          <a:prstGeom prst="rect">
            <a:avLst/>
          </a:prstGeom>
          <a:solidFill>
            <a:srgbClr val="FFA552"/>
          </a:solidFill>
          <a:ln w="12700">
            <a:solidFill>
              <a:srgbClr val="FFA5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" y="23042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A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parallel_compute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26680" y="2377440"/>
            <a:ext cx="1005840" cy="438912"/>
          </a:xfrm>
          <a:prstGeom prst="rect">
            <a:avLst/>
          </a:prstGeom>
          <a:solidFill>
            <a:srgbClr val="FFA552"/>
          </a:solidFill>
          <a:ln w="12700">
            <a:solidFill>
              <a:srgbClr val="FFA5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726680" y="237744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" y="231343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proc0=[1,2]→3   proc1=[3,4,5]→12   f(3,12)=15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2734056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parallel_compute("file.txt", 2, add)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3145536"/>
            <a:ext cx="8595360" cy="79552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6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74320" y="3145536"/>
            <a:ext cx="109728" cy="79552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2920" y="319125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mmap_compute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726680" y="3264408"/>
            <a:ext cx="1005840" cy="43891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726680" y="326440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15UL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02920" y="3200400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split via shared memory, result=15UL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3621024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mmap_compute("file.txt", 2, ul_add)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74320" y="4032504"/>
            <a:ext cx="8595360" cy="79552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6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274320" y="4032504"/>
            <a:ext cx="109728" cy="795528"/>
          </a:xfrm>
          <a:prstGeom prst="rect">
            <a:avLst/>
          </a:prstGeom>
          <a:solidFill>
            <a:srgbClr val="3DDC84"/>
          </a:solidFill>
          <a:ln w="1270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02920" y="407822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DDC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threads_compute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7726680" y="4151376"/>
            <a:ext cx="1005840" cy="438912"/>
          </a:xfrm>
          <a:prstGeom prst="rect">
            <a:avLst/>
          </a:prstGeom>
          <a:solidFill>
            <a:srgbClr val="3DDC84"/>
          </a:solidFill>
          <a:ln w="1270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726680" y="4151376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15UL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02920" y="4087368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t0=[1,2]→3   t1=[3,4,5]→12   f(3,12)=15UL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02920" y="450799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threads_compute("file.txt", 2, ul_add)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0C0481-FAC7-2FE0-182C-37B9742B7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49BCA08-C9FB-DA38-DB43-52038321FD0C}"/>
              </a:ext>
            </a:extLst>
          </p:cNvPr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1BB64AB-B9AB-C9DB-2593-95FA42D80E68}"/>
              </a:ext>
            </a:extLst>
          </p:cNvPr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Examples – All 4 Functions</a:t>
            </a:r>
            <a:endParaRPr lang="en-US" sz="2400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683BD8FD-5D39-7656-C6BB-E8A5DA2E20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024" y="1061443"/>
            <a:ext cx="8213952" cy="1510307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BA3F6976-894E-4B5F-0E4A-DDB96584B3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237" y="2710954"/>
            <a:ext cx="8220739" cy="2198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4148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A6EBB4-2348-70A6-E225-BDC7A2255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34B7650-F54F-5EAB-C603-FD2372399C91}"/>
              </a:ext>
            </a:extLst>
          </p:cNvPr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1A8DCCA-0ECF-31EC-07DF-7C6BE4ADA639}"/>
              </a:ext>
            </a:extLst>
          </p:cNvPr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Examples – All 4 Functions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97D2D0-C86E-7711-04B8-DBFD991840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656" y="1279788"/>
            <a:ext cx="8822687" cy="3287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8558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A29087-01D3-AE45-0C27-2910136A6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71C5707-A804-2EE0-3B14-94478B3A7CEA}"/>
              </a:ext>
            </a:extLst>
          </p:cNvPr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8543EF9-D17D-D1CF-1BED-1F8CFC183761}"/>
              </a:ext>
            </a:extLst>
          </p:cNvPr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Examples – All 4 Functions</a:t>
            </a:r>
            <a:endParaRPr lang="en-US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6210B4-1A0F-4D6B-1D66-92823BA13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35" y="1484249"/>
            <a:ext cx="8203930" cy="2969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1197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B2E30E-CF10-BF64-F486-5E4FC12AB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650CF36-7983-4A61-2798-1467B44C9164}"/>
              </a:ext>
            </a:extLst>
          </p:cNvPr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FA256BB-83C2-41B6-5EFC-2E32E9A8E4F6}"/>
              </a:ext>
            </a:extLst>
          </p:cNvPr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Examples – All 4 Functions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AEB81C-ADE7-A656-18B0-03C48F938C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997" y="1166024"/>
            <a:ext cx="8314006" cy="3774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9972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83C2CB-F6F4-93C0-E03C-2DED84D8A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292179F-67A4-F047-0A3D-3D3773BB8650}"/>
              </a:ext>
            </a:extLst>
          </p:cNvPr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F27FFB4-417B-2FA1-158D-EC957FF84D91}"/>
              </a:ext>
            </a:extLst>
          </p:cNvPr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Examples – All 4 Functions</a:t>
            </a:r>
            <a:endParaRPr lang="en-US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F98BB8-CB2E-E059-15A2-14ECF139ED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064" y="1903787"/>
            <a:ext cx="8285871" cy="1490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41071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threads_compute – Data Flow Diagram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93268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nums=[1,2,3,4,5,6,7]  n_threads=3  f=add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200400" y="1261872"/>
            <a:ext cx="2743200" cy="512064"/>
          </a:xfrm>
          <a:prstGeom prst="rect">
            <a:avLst/>
          </a:prstGeom>
          <a:solidFill>
            <a:srgbClr val="1A1F36"/>
          </a:solidFill>
          <a:ln w="25400">
            <a:solidFill>
              <a:srgbClr val="4F8EF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0" y="126187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Thread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0" y="1773936"/>
            <a:ext cx="0" cy="274320"/>
          </a:xfrm>
          <a:prstGeom prst="line">
            <a:avLst/>
          </a:prstGeom>
          <a:noFill/>
          <a:ln w="1905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880360" y="2048256"/>
            <a:ext cx="3383280" cy="420624"/>
          </a:xfrm>
          <a:prstGeom prst="rect">
            <a:avLst/>
          </a:prstGeom>
          <a:solidFill>
            <a:srgbClr val="E8F0FE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880360" y="2048256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file → nums[]   |   Allocate partials[3]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0" y="2468880"/>
            <a:ext cx="0" cy="237744"/>
          </a:xfrm>
          <a:prstGeom prst="line">
            <a:avLst/>
          </a:prstGeom>
          <a:noFill/>
          <a:ln w="1905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383280" y="2697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pthread_create ×3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600200" y="2953512"/>
            <a:ext cx="2971800" cy="0"/>
          </a:xfrm>
          <a:prstGeom prst="line">
            <a:avLst/>
          </a:prstGeom>
          <a:noFill/>
          <a:ln w="19050">
            <a:solidFill>
              <a:srgbClr val="4F8EF7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600200" y="2953512"/>
            <a:ext cx="0" cy="201168"/>
          </a:xfrm>
          <a:prstGeom prst="line">
            <a:avLst/>
          </a:prstGeom>
          <a:noFill/>
          <a:ln w="1905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72000" y="2953512"/>
            <a:ext cx="0" cy="0"/>
          </a:xfrm>
          <a:prstGeom prst="line">
            <a:avLst/>
          </a:prstGeom>
          <a:noFill/>
          <a:ln w="19050">
            <a:solidFill>
              <a:srgbClr val="00B4D8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2000" y="2953512"/>
            <a:ext cx="0" cy="201168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0" y="2953512"/>
            <a:ext cx="2971800" cy="0"/>
          </a:xfrm>
          <a:prstGeom prst="line">
            <a:avLst/>
          </a:prstGeom>
          <a:noFill/>
          <a:ln w="19050">
            <a:solidFill>
              <a:srgbClr val="3DDC8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543800" y="2953512"/>
            <a:ext cx="0" cy="201168"/>
          </a:xfrm>
          <a:prstGeom prst="line">
            <a:avLst/>
          </a:prstGeom>
          <a:noFill/>
          <a:ln w="1905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65760" y="3154680"/>
            <a:ext cx="2468880" cy="1024128"/>
          </a:xfrm>
          <a:prstGeom prst="rect">
            <a:avLst/>
          </a:prstGeom>
          <a:solidFill>
            <a:srgbClr val="FFFFFF"/>
          </a:solidFill>
          <a:ln w="25400">
            <a:solidFill>
              <a:srgbClr val="4F8EF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65760" y="3154680"/>
            <a:ext cx="2468880" cy="100584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57200" y="3200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0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349300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slice: nums[0..1]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f(slice)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partials[0] = 3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337560" y="3154680"/>
            <a:ext cx="2468880" cy="1024128"/>
          </a:xfrm>
          <a:prstGeom prst="rect">
            <a:avLst/>
          </a:prstGeom>
          <a:solidFill>
            <a:srgbClr val="FFFFFF"/>
          </a:solidFill>
          <a:ln w="25400">
            <a:solidFill>
              <a:srgbClr val="00B4D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337560" y="3154680"/>
            <a:ext cx="2468880" cy="10058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429000" y="3200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1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29000" y="349300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slice: nums[2..3]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f(slice)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partials[1] = 7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09360" y="3154680"/>
            <a:ext cx="2468880" cy="1024128"/>
          </a:xfrm>
          <a:prstGeom prst="rect">
            <a:avLst/>
          </a:prstGeom>
          <a:solidFill>
            <a:srgbClr val="FFFFFF"/>
          </a:solidFill>
          <a:ln w="25400">
            <a:solidFill>
              <a:srgbClr val="3DDC8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309360" y="3154680"/>
            <a:ext cx="2468880" cy="100584"/>
          </a:xfrm>
          <a:prstGeom prst="rect">
            <a:avLst/>
          </a:prstGeom>
          <a:solidFill>
            <a:srgbClr val="3DDC84"/>
          </a:solidFill>
          <a:ln w="1270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400800" y="3200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DC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2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0" y="349300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slice: nums[4..6]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f(slice)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partials[2] = 18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1600200" y="4178808"/>
            <a:ext cx="0" cy="228600"/>
          </a:xfrm>
          <a:prstGeom prst="line">
            <a:avLst/>
          </a:prstGeom>
          <a:noFill/>
          <a:ln w="1905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1600200" y="4407408"/>
            <a:ext cx="2971800" cy="0"/>
          </a:xfrm>
          <a:prstGeom prst="line">
            <a:avLst/>
          </a:prstGeom>
          <a:noFill/>
          <a:ln w="19050">
            <a:solidFill>
              <a:srgbClr val="4F8EF7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572000" y="4178808"/>
            <a:ext cx="0" cy="22860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572000" y="4407408"/>
            <a:ext cx="0" cy="0"/>
          </a:xfrm>
          <a:prstGeom prst="line">
            <a:avLst/>
          </a:prstGeom>
          <a:noFill/>
          <a:ln w="19050">
            <a:solidFill>
              <a:srgbClr val="00B4D8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7543800" y="4178808"/>
            <a:ext cx="0" cy="228600"/>
          </a:xfrm>
          <a:prstGeom prst="line">
            <a:avLst/>
          </a:prstGeom>
          <a:noFill/>
          <a:ln w="1905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572000" y="4407408"/>
            <a:ext cx="2971800" cy="0"/>
          </a:xfrm>
          <a:prstGeom prst="line">
            <a:avLst/>
          </a:prstGeom>
          <a:noFill/>
          <a:ln w="19050">
            <a:solidFill>
              <a:srgbClr val="3DDC8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3017520" y="42062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A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pthread_join (wait for all threads)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572000" y="4407408"/>
            <a:ext cx="0" cy="201168"/>
          </a:xfrm>
          <a:prstGeom prst="line">
            <a:avLst/>
          </a:prstGeom>
          <a:noFill/>
          <a:ln w="1905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2286000" y="4608576"/>
            <a:ext cx="4572000" cy="347472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2286000" y="4608576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= f(3, 7, 18) = 28   →   return 28UL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04991D-12A3-6519-998A-0323A6C84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523D544-32E0-DF55-A199-AFDAEE3C3930}"/>
              </a:ext>
            </a:extLst>
          </p:cNvPr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CC1ABA7-6F14-0EC9-E297-A52D692700AD}"/>
              </a:ext>
            </a:extLst>
          </p:cNvPr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threads_compute – Data Flow Diagram</a:t>
            </a:r>
            <a:endParaRPr lang="en-US" sz="2400" dirty="0"/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29EB315F-DBFF-DA85-CD9B-75F670134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739" y="1178168"/>
            <a:ext cx="6346522" cy="3541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1032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6FC6C-D093-832E-0B3B-B500D3024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4C6021D-8419-C0B9-C931-A025F26BA5DC}"/>
              </a:ext>
            </a:extLst>
          </p:cNvPr>
          <p:cNvSpPr/>
          <p:nvPr/>
        </p:nvSpPr>
        <p:spPr>
          <a:xfrm>
            <a:off x="0" y="213741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7D57CF1-F629-C6FB-D2AA-59CB795B6E81}"/>
              </a:ext>
            </a:extLst>
          </p:cNvPr>
          <p:cNvSpPr/>
          <p:nvPr/>
        </p:nvSpPr>
        <p:spPr>
          <a:xfrm>
            <a:off x="365760" y="224713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pervious project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8981395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Pipe Architecture in parallel_compute</a:t>
            </a:r>
            <a:endParaRPr lang="en-US" sz="24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86FB33F3-B83D-3436-A0ED-FE1F4AAA8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1256" y="1053172"/>
            <a:ext cx="6761488" cy="383711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334C7-78AC-D6A1-6B86-05C3641B4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CB115F0-F90C-7DD0-3B03-5AADE8A8BFB5}"/>
              </a:ext>
            </a:extLst>
          </p:cNvPr>
          <p:cNvSpPr/>
          <p:nvPr/>
        </p:nvSpPr>
        <p:spPr>
          <a:xfrm>
            <a:off x="0" y="2163536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339E7A-F17F-17D8-ABDE-5D9C86FC5E04}"/>
              </a:ext>
            </a:extLst>
          </p:cNvPr>
          <p:cNvSpPr/>
          <p:nvPr/>
        </p:nvSpPr>
        <p:spPr>
          <a:xfrm>
            <a:off x="316775" y="2197009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Comparisons Tests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89058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59805-ED48-DB27-3F3A-EBDC7779A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727233C-9DA5-E073-41A7-C7DB1A65A735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F269DBF-390E-B4A4-ADE6-C1226B14A2FF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Design and Chosen Ranges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803A90-C91D-5CD2-99BA-B1E35AAF18FD}"/>
              </a:ext>
            </a:extLst>
          </p:cNvPr>
          <p:cNvSpPr txBox="1"/>
          <p:nvPr/>
        </p:nvSpPr>
        <p:spPr>
          <a:xfrm>
            <a:off x="419450" y="1027651"/>
            <a:ext cx="4265801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Test 1:</a:t>
            </a:r>
          </a:p>
          <a:p>
            <a:r>
              <a:rPr lang="en-US" dirty="0"/>
              <a:t>The number of processes fixed for the test was </a:t>
            </a:r>
            <a:r>
              <a:rPr lang="en-US" dirty="0">
                <a:solidFill>
                  <a:srgbClr val="00B050"/>
                </a:solidFill>
              </a:rPr>
              <a:t>8</a:t>
            </a:r>
            <a:r>
              <a:rPr lang="en-US" dirty="0"/>
              <a:t> as this was the number of idle processes at the time of testing.</a:t>
            </a:r>
          </a:p>
          <a:p>
            <a:r>
              <a:rPr lang="en-US" dirty="0">
                <a:solidFill>
                  <a:srgbClr val="00B050"/>
                </a:solidFill>
              </a:rPr>
              <a:t>100</a:t>
            </a:r>
            <a:r>
              <a:rPr lang="en-US" dirty="0"/>
              <a:t> Readings were conducted going by increments of </a:t>
            </a:r>
            <a:r>
              <a:rPr lang="en-US" dirty="0">
                <a:solidFill>
                  <a:srgbClr val="00B050"/>
                </a:solidFill>
              </a:rPr>
              <a:t>50,000 </a:t>
            </a:r>
            <a:r>
              <a:rPr lang="en-US" dirty="0"/>
              <a:t>for </a:t>
            </a:r>
            <a:r>
              <a:rPr lang="en-US" dirty="0">
                <a:solidFill>
                  <a:srgbClr val="00B050"/>
                </a:solidFill>
              </a:rPr>
              <a:t>N</a:t>
            </a:r>
            <a:r>
              <a:rPr lang="en-US" dirty="0"/>
              <a:t>. (Range: </a:t>
            </a:r>
            <a:r>
              <a:rPr lang="en-US" dirty="0">
                <a:solidFill>
                  <a:srgbClr val="00B050"/>
                </a:solidFill>
              </a:rPr>
              <a:t>50k</a:t>
            </a:r>
            <a:r>
              <a:rPr lang="en-US" dirty="0"/>
              <a:t> to </a:t>
            </a:r>
            <a:r>
              <a:rPr lang="en-US" dirty="0">
                <a:solidFill>
                  <a:srgbClr val="00B050"/>
                </a:solidFill>
              </a:rPr>
              <a:t>5M</a:t>
            </a:r>
            <a:r>
              <a:rPr lang="en-US" dirty="0"/>
              <a:t>)</a:t>
            </a:r>
          </a:p>
          <a:p>
            <a:endParaRPr lang="en-US" dirty="0">
              <a:solidFill>
                <a:srgbClr val="00B050"/>
              </a:solidFill>
            </a:endParaRPr>
          </a:p>
          <a:p>
            <a:r>
              <a:rPr lang="en-US" b="1" dirty="0"/>
              <a:t>Test 2:</a:t>
            </a:r>
          </a:p>
          <a:p>
            <a:r>
              <a:rPr lang="en-US" dirty="0"/>
              <a:t>The parameter </a:t>
            </a:r>
            <a:r>
              <a:rPr lang="en-US" dirty="0" err="1">
                <a:solidFill>
                  <a:srgbClr val="00B050"/>
                </a:solidFill>
              </a:rPr>
              <a:t>n_proc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was iterated from </a:t>
            </a:r>
            <a:r>
              <a:rPr lang="en-US" dirty="0">
                <a:solidFill>
                  <a:srgbClr val="00B050"/>
                </a:solidFill>
              </a:rPr>
              <a:t>1</a:t>
            </a:r>
            <a:r>
              <a:rPr lang="en-US" dirty="0"/>
              <a:t> to </a:t>
            </a:r>
            <a:r>
              <a:rPr lang="en-US" dirty="0">
                <a:solidFill>
                  <a:srgbClr val="00B050"/>
                </a:solidFill>
              </a:rPr>
              <a:t>24</a:t>
            </a:r>
            <a:r>
              <a:rPr lang="en-US" dirty="0"/>
              <a:t> to significantly exceed the number of logical processors of the machine which is </a:t>
            </a:r>
            <a:r>
              <a:rPr lang="en-US" dirty="0">
                <a:solidFill>
                  <a:srgbClr val="00B050"/>
                </a:solidFill>
              </a:rPr>
              <a:t>16</a:t>
            </a:r>
            <a:r>
              <a:rPr lang="en-US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F8CAA4-0BB7-E523-064F-D59C10526090}"/>
              </a:ext>
            </a:extLst>
          </p:cNvPr>
          <p:cNvSpPr txBox="1"/>
          <p:nvPr/>
        </p:nvSpPr>
        <p:spPr>
          <a:xfrm>
            <a:off x="5777671" y="3245284"/>
            <a:ext cx="308295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Note: For test 1, the range kept adjusting till reaching this range that showed a clear winner between the 4 functions.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FCA52E-3B11-5AA2-4409-DA1D682502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7670" y="4199391"/>
            <a:ext cx="3082955" cy="51590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479216F-BC5A-66DA-E3F5-E19A36D8DE6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853"/>
          <a:stretch>
            <a:fillRect/>
          </a:stretch>
        </p:blipFill>
        <p:spPr>
          <a:xfrm>
            <a:off x="5777671" y="865415"/>
            <a:ext cx="2862686" cy="2379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9068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294C2-C145-A10C-63B9-C0F5A0C5B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B8D7D0A-3B9A-501A-CF0E-825216CCCED6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590B563-796D-A3B3-4B51-2BE9262A2194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Smoothing Techniques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F4E455-ADF0-D2A1-27C5-97F201EA1B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009" y="3846063"/>
            <a:ext cx="3619526" cy="30480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1153B54-E528-805F-5D07-EAA828F4B2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09" y="4363368"/>
            <a:ext cx="2321183" cy="30480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9FDEF69-BA27-C262-86B2-681849B8BE6E}"/>
              </a:ext>
            </a:extLst>
          </p:cNvPr>
          <p:cNvSpPr txBox="1"/>
          <p:nvPr/>
        </p:nvSpPr>
        <p:spPr>
          <a:xfrm>
            <a:off x="245921" y="992635"/>
            <a:ext cx="44720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Smoothing was done by repeating the experiment an odd number of times for each N/</a:t>
            </a:r>
            <a:r>
              <a:rPr lang="en-US" dirty="0" err="1"/>
              <a:t>n_proc</a:t>
            </a:r>
            <a:r>
              <a:rPr lang="en-US" dirty="0"/>
              <a:t>, then taking the </a:t>
            </a:r>
            <a:r>
              <a:rPr lang="en-US" dirty="0">
                <a:solidFill>
                  <a:srgbClr val="00B050"/>
                </a:solidFill>
              </a:rPr>
              <a:t>median</a:t>
            </a:r>
            <a:r>
              <a:rPr lang="en-US" dirty="0"/>
              <a:t> value by sorting.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3306F30-D9F7-8FC7-6D11-D8F18B4A1B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3515" y="1058693"/>
            <a:ext cx="3619527" cy="66966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3EF1FEC-0012-C5DB-BE41-42B36B74F72B}"/>
              </a:ext>
            </a:extLst>
          </p:cNvPr>
          <p:cNvSpPr txBox="1"/>
          <p:nvPr/>
        </p:nvSpPr>
        <p:spPr>
          <a:xfrm>
            <a:off x="260970" y="2265027"/>
            <a:ext cx="309553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experiment was repeated </a:t>
            </a:r>
            <a:r>
              <a:rPr lang="en-US" dirty="0">
                <a:solidFill>
                  <a:srgbClr val="00B050"/>
                </a:solidFill>
              </a:rPr>
              <a:t>7</a:t>
            </a:r>
            <a:r>
              <a:rPr lang="en-US" dirty="0"/>
              <a:t> times for each </a:t>
            </a:r>
            <a:r>
              <a:rPr lang="en-US" dirty="0">
                <a:solidFill>
                  <a:srgbClr val="00B050"/>
                </a:solidFill>
              </a:rPr>
              <a:t>N</a:t>
            </a:r>
            <a:r>
              <a:rPr lang="en-US" dirty="0"/>
              <a:t> in </a:t>
            </a:r>
            <a:r>
              <a:rPr lang="en-US" u="sng" dirty="0"/>
              <a:t>test 1</a:t>
            </a:r>
            <a:r>
              <a:rPr lang="en-US" dirty="0"/>
              <a:t> and </a:t>
            </a:r>
            <a:r>
              <a:rPr lang="en-US" dirty="0">
                <a:solidFill>
                  <a:srgbClr val="00B050"/>
                </a:solidFill>
              </a:rPr>
              <a:t>23</a:t>
            </a:r>
            <a:r>
              <a:rPr lang="en-US" dirty="0"/>
              <a:t> times for each </a:t>
            </a:r>
            <a:r>
              <a:rPr lang="en-US" dirty="0" err="1">
                <a:solidFill>
                  <a:srgbClr val="00B050"/>
                </a:solidFill>
              </a:rPr>
              <a:t>n_proc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in </a:t>
            </a:r>
            <a:r>
              <a:rPr lang="en-US" u="sng" dirty="0"/>
              <a:t>test 2</a:t>
            </a:r>
            <a:r>
              <a:rPr lang="en-US" dirty="0"/>
              <a:t> as it had a relatively small number of iterations.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1DC4F2-6FAA-46D3-B5C7-CAB6813BFF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5914" y="2192964"/>
            <a:ext cx="4609037" cy="2032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5897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5CC0B-31F5-A0B9-CCA3-FFAEE2590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C013C8F-728B-C367-E451-D743E8E33854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2F80BE0-3437-EEAA-A5DD-1A994ACF8286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and Answers (Test 1)</a:t>
            </a: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8F6A4A-6586-484F-3404-82620BA489AE}"/>
              </a:ext>
            </a:extLst>
          </p:cNvPr>
          <p:cNvSpPr txBox="1"/>
          <p:nvPr/>
        </p:nvSpPr>
        <p:spPr>
          <a:xfrm>
            <a:off x="236355" y="863798"/>
            <a:ext cx="4578290" cy="3208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b="1" i="0" dirty="0">
                <a:solidFill>
                  <a:srgbClr val="273540"/>
                </a:solidFill>
                <a:effectLst/>
                <a:latin typeface="Lato Extended"/>
              </a:rPr>
              <a:t>Question:</a:t>
            </a:r>
            <a:r>
              <a:rPr lang="en-US" b="0" i="0" dirty="0">
                <a:solidFill>
                  <a:srgbClr val="273540"/>
                </a:solidFill>
                <a:effectLst/>
                <a:latin typeface="Lato Extended"/>
              </a:rPr>
              <a:t> If we fix </a:t>
            </a:r>
            <a:r>
              <a:rPr lang="en-US" b="0" i="0" dirty="0" err="1">
                <a:solidFill>
                  <a:srgbClr val="273540"/>
                </a:solidFill>
                <a:effectLst/>
                <a:latin typeface="Lato Extended"/>
              </a:rPr>
              <a:t>n_proc</a:t>
            </a:r>
            <a:r>
              <a:rPr lang="en-US" b="0" i="0" dirty="0">
                <a:solidFill>
                  <a:srgbClr val="273540"/>
                </a:solidFill>
                <a:effectLst/>
                <a:latin typeface="Lato Extended"/>
              </a:rPr>
              <a:t> and </a:t>
            </a:r>
            <a:r>
              <a:rPr lang="en-US" b="0" i="0" dirty="0" err="1">
                <a:solidFill>
                  <a:srgbClr val="273540"/>
                </a:solidFill>
                <a:effectLst/>
                <a:latin typeface="Lato Extended"/>
              </a:rPr>
              <a:t>n_thread</a:t>
            </a:r>
            <a:r>
              <a:rPr lang="en-US" b="0" i="0" dirty="0">
                <a:solidFill>
                  <a:srgbClr val="273540"/>
                </a:solidFill>
                <a:effectLst/>
                <a:latin typeface="Lato Extended"/>
              </a:rPr>
              <a:t> to the same value, then which of the 4 functions take the least time? At which value of N does this behavior persist?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b="1" dirty="0">
                <a:solidFill>
                  <a:srgbClr val="273540"/>
                </a:solidFill>
                <a:latin typeface="Lato Extended"/>
              </a:rPr>
              <a:t>Answer: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 The </a:t>
            </a:r>
            <a:r>
              <a:rPr lang="en-US" dirty="0" err="1">
                <a:solidFill>
                  <a:srgbClr val="00B050"/>
                </a:solidFill>
                <a:latin typeface="Lato Extended"/>
              </a:rPr>
              <a:t>threads_compute</a:t>
            </a:r>
            <a:r>
              <a:rPr lang="en-US" dirty="0">
                <a:solidFill>
                  <a:srgbClr val="00B050"/>
                </a:solidFill>
                <a:latin typeface="Lato Extended"/>
              </a:rPr>
              <a:t> 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function gives the best performance. It starts </a:t>
            </a:r>
            <a:r>
              <a:rPr lang="en-US" i="1" dirty="0">
                <a:solidFill>
                  <a:srgbClr val="273540"/>
                </a:solidFill>
                <a:latin typeface="Lato Extended"/>
              </a:rPr>
              <a:t>consistently 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outperforming at                     N = </a:t>
            </a:r>
            <a:r>
              <a:rPr lang="en-US" dirty="0">
                <a:solidFill>
                  <a:srgbClr val="00B050"/>
                </a:solidFill>
                <a:latin typeface="Lato Extended"/>
              </a:rPr>
              <a:t>3,700,000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.</a:t>
            </a:r>
            <a:endParaRPr lang="en-US" b="0" i="0" dirty="0">
              <a:solidFill>
                <a:srgbClr val="273540"/>
              </a:solidFill>
              <a:effectLst/>
              <a:latin typeface="Lato Extended"/>
            </a:endParaRPr>
          </a:p>
          <a:p>
            <a:pPr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720FC1-56C3-64AE-BB91-9D708BED2264}"/>
              </a:ext>
            </a:extLst>
          </p:cNvPr>
          <p:cNvSpPr txBox="1"/>
          <p:nvPr/>
        </p:nvSpPr>
        <p:spPr>
          <a:xfrm>
            <a:off x="285782" y="3382975"/>
            <a:ext cx="30829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Note: We can see that </a:t>
            </a:r>
            <a:r>
              <a:rPr lang="en-US" sz="12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sequential_compute</a:t>
            </a:r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is outperformed at large values of N, followed by </a:t>
            </a:r>
            <a:r>
              <a:rPr lang="en-US" sz="12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mmap</a:t>
            </a:r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and pipes. The reason why there wasn’t much of a difference between </a:t>
            </a:r>
            <a:r>
              <a:rPr lang="en-US" sz="12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mmap</a:t>
            </a:r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and pipes is that the cost of communication is trivial compared to the N calculations</a:t>
            </a:r>
          </a:p>
        </p:txBody>
      </p:sp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1B60F417-6EE2-CBEF-6939-E28B85D68B2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11885314"/>
              </p:ext>
            </p:extLst>
          </p:nvPr>
        </p:nvGraphicFramePr>
        <p:xfrm>
          <a:off x="4374292" y="1268626"/>
          <a:ext cx="4685753" cy="37440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8510930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AB153-CB4F-2DC1-4C4F-8603CC7E0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E885F72-F7A5-9475-95C5-2D754324601E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BC26B48-2911-5A21-1EDA-A1A90F03456E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and Answers (Test 2)</a:t>
            </a:r>
            <a:endParaRPr lang="en-US" sz="2400" dirty="0"/>
          </a:p>
        </p:txBody>
      </p:sp>
      <p:sp>
        <p:nvSpPr>
          <p:cNvPr id="4" name="Shape 0">
            <a:extLst>
              <a:ext uri="{FF2B5EF4-FFF2-40B4-BE49-F238E27FC236}">
                <a16:creationId xmlns:a16="http://schemas.microsoft.com/office/drawing/2014/main" id="{4A40FE1F-C2E9-2977-9479-7D5172A62DDE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FB4FCC26-0227-B1D4-8EBE-D6CF080F430B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and Answers (Test 2)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72E74A-FCF0-6C62-DFDC-B504535CF19A}"/>
              </a:ext>
            </a:extLst>
          </p:cNvPr>
          <p:cNvSpPr txBox="1"/>
          <p:nvPr/>
        </p:nvSpPr>
        <p:spPr>
          <a:xfrm>
            <a:off x="208051" y="917343"/>
            <a:ext cx="4363949" cy="29315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900"/>
              </a:spcAft>
            </a:pPr>
            <a:r>
              <a:rPr lang="en-US" b="1" i="0" dirty="0">
                <a:solidFill>
                  <a:srgbClr val="273540"/>
                </a:solidFill>
                <a:effectLst/>
                <a:latin typeface="Lato Extended"/>
              </a:rPr>
              <a:t>Question:</a:t>
            </a:r>
            <a:r>
              <a:rPr lang="en-US" b="0" i="0" dirty="0">
                <a:solidFill>
                  <a:srgbClr val="273540"/>
                </a:solidFill>
                <a:effectLst/>
                <a:latin typeface="Lato Extended"/>
              </a:rPr>
              <a:t> </a:t>
            </a:r>
            <a:r>
              <a:rPr lang="en-US" dirty="0"/>
              <a:t>If we fix N to a large number, then which of the 4 functions take the least time? At which value of </a:t>
            </a:r>
            <a:r>
              <a:rPr lang="en-US" dirty="0" err="1"/>
              <a:t>n_proc</a:t>
            </a:r>
            <a:r>
              <a:rPr lang="en-US" dirty="0"/>
              <a:t> (</a:t>
            </a:r>
            <a:r>
              <a:rPr lang="en-US" dirty="0" err="1"/>
              <a:t>n_thread</a:t>
            </a:r>
            <a:r>
              <a:rPr lang="en-US" dirty="0"/>
              <a:t>) does this behavior persist? </a:t>
            </a:r>
          </a:p>
          <a:p>
            <a:pPr>
              <a:spcBef>
                <a:spcPts val="900"/>
              </a:spcBef>
              <a:spcAft>
                <a:spcPts val="900"/>
              </a:spcAft>
            </a:pPr>
            <a:r>
              <a:rPr lang="en-US" b="1" dirty="0">
                <a:solidFill>
                  <a:srgbClr val="273540"/>
                </a:solidFill>
                <a:latin typeface="Lato Extended"/>
              </a:rPr>
              <a:t>Answer: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 The </a:t>
            </a:r>
            <a:r>
              <a:rPr lang="en-US" dirty="0" err="1">
                <a:solidFill>
                  <a:srgbClr val="273540"/>
                </a:solidFill>
                <a:latin typeface="Lato Extended"/>
              </a:rPr>
              <a:t>fuction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 </a:t>
            </a:r>
            <a:r>
              <a:rPr lang="en-US" dirty="0" err="1">
                <a:solidFill>
                  <a:srgbClr val="00B050"/>
                </a:solidFill>
                <a:latin typeface="Lato Extended"/>
              </a:rPr>
              <a:t>threads_compute</a:t>
            </a:r>
            <a:r>
              <a:rPr lang="en-US" dirty="0">
                <a:solidFill>
                  <a:srgbClr val="00B050"/>
                </a:solidFill>
                <a:latin typeface="Lato Extended"/>
              </a:rPr>
              <a:t> 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gives the best performance. It starts outperforming at </a:t>
            </a:r>
            <a:r>
              <a:rPr lang="en-US" dirty="0" err="1">
                <a:solidFill>
                  <a:srgbClr val="273540"/>
                </a:solidFill>
                <a:latin typeface="Lato Extended"/>
              </a:rPr>
              <a:t>n_proc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 = </a:t>
            </a:r>
            <a:r>
              <a:rPr lang="en-US" dirty="0" err="1">
                <a:solidFill>
                  <a:srgbClr val="273540"/>
                </a:solidFill>
                <a:latin typeface="Lato Extended"/>
              </a:rPr>
              <a:t>n_thread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 = </a:t>
            </a:r>
            <a:r>
              <a:rPr lang="en-US" dirty="0">
                <a:solidFill>
                  <a:srgbClr val="00B050"/>
                </a:solidFill>
                <a:latin typeface="Lato Extended"/>
              </a:rPr>
              <a:t>2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.</a:t>
            </a:r>
            <a:endParaRPr lang="en-US" b="0" i="0" dirty="0">
              <a:solidFill>
                <a:srgbClr val="273540"/>
              </a:solidFill>
              <a:effectLst/>
              <a:latin typeface="Lato Extended"/>
            </a:endParaRPr>
          </a:p>
          <a:p>
            <a:pPr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CCD450-6E67-E17A-35C2-1ABEC6C4026A}"/>
              </a:ext>
            </a:extLst>
          </p:cNvPr>
          <p:cNvSpPr txBox="1"/>
          <p:nvPr/>
        </p:nvSpPr>
        <p:spPr>
          <a:xfrm>
            <a:off x="445712" y="3477922"/>
            <a:ext cx="308295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Note: </a:t>
            </a:r>
            <a:r>
              <a:rPr lang="en-US" sz="1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parallel_compute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outperforms as long using extra processors compensate the fork and pipe operations overhead, but starts underperforming when </a:t>
            </a:r>
            <a:r>
              <a:rPr lang="en-US" sz="1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n_proc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exceeds idle processors</a:t>
            </a:r>
          </a:p>
        </p:txBody>
      </p:sp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111E0A58-2879-2488-0FA8-74EBFE34CE8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41507353"/>
              </p:ext>
            </p:extLst>
          </p:nvPr>
        </p:nvGraphicFramePr>
        <p:xfrm>
          <a:off x="4518453" y="1105157"/>
          <a:ext cx="4487788" cy="3874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36461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1964</Words>
  <Application>Microsoft Office PowerPoint</Application>
  <PresentationFormat>On-screen Show (16:9)</PresentationFormat>
  <Paragraphs>231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Aptos</vt:lpstr>
      <vt:lpstr>Arial</vt:lpstr>
      <vt:lpstr>Calibri</vt:lpstr>
      <vt:lpstr>Consolas</vt:lpstr>
      <vt:lpstr>Lato Extended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OS Lab Project – mmap &amp; Threads Compute</dc:title>
  <dc:subject>PptxGenJS Presentation</dc:subject>
  <dc:creator>PptxGenJS</dc:creator>
  <cp:lastModifiedBy>samaemad</cp:lastModifiedBy>
  <cp:revision>10</cp:revision>
  <dcterms:created xsi:type="dcterms:W3CDTF">2026-04-06T07:59:32Z</dcterms:created>
  <dcterms:modified xsi:type="dcterms:W3CDTF">2026-04-13T03:33:13Z</dcterms:modified>
</cp:coreProperties>
</file>